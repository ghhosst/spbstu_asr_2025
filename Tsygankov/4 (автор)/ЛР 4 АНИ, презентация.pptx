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97" r:id="rId13"/>
    <p:sldId id="298" r:id="rId14"/>
    <p:sldId id="299" r:id="rId15"/>
    <p:sldId id="300" r:id="rId16"/>
    <p:sldId id="268" r:id="rId17"/>
    <p:sldId id="269" r:id="rId18"/>
    <p:sldId id="301" r:id="rId19"/>
  </p:sldIdLst>
  <p:sldSz cx="9144000" cy="5143500" type="screen16x9"/>
  <p:notesSz cx="6858000" cy="9144000"/>
  <p:embeddedFontLst>
    <p:embeddedFont>
      <p:font typeface="Barlow Medium" panose="00000600000000000000" pitchFamily="2" charset="0"/>
      <p:regular r:id="rId21"/>
      <p:bold r:id="rId22"/>
      <p:italic r:id="rId23"/>
      <p:boldItalic r:id="rId24"/>
    </p:embeddedFont>
    <p:embeddedFont>
      <p:font typeface="Darker Grotesque" panose="020B0604020202020204" charset="0"/>
      <p:regular r:id="rId25"/>
      <p:bold r:id="rId26"/>
    </p:embeddedFont>
    <p:embeddedFont>
      <p:font typeface="Darker Grotesque Black" panose="020B0604020202020204" charset="0"/>
      <p:bold r:id="rId27"/>
    </p:embeddedFont>
    <p:embeddedFont>
      <p:font typeface="Montserrat ExtraBold" panose="00000900000000000000" pitchFamily="2" charset="-52"/>
      <p:bold r:id="rId28"/>
      <p:boldItalic r:id="rId29"/>
    </p:embeddedFont>
    <p:embeddedFont>
      <p:font typeface="Montserrat Medium" panose="00000600000000000000" pitchFamily="2" charset="-52"/>
      <p:regular r:id="rId30"/>
      <p:italic r:id="rId31"/>
    </p:embeddedFont>
    <p:embeddedFont>
      <p:font typeface="Nunito Light" pitchFamily="2" charset="-52"/>
      <p:regular r:id="rId32"/>
      <p: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PT Sans" panose="020B0503020203020204" pitchFamily="34" charset="-52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0540A7-F0BC-43C6-BBE4-AECEE40E738A}">
  <a:tblStyle styleId="{830540A7-F0BC-43C6-BBE4-AECEE40E73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72F639-2708-4CD4-919E-4A641A25781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10" autoAdjust="0"/>
    <p:restoredTop sz="94660"/>
  </p:normalViewPr>
  <p:slideViewPr>
    <p:cSldViewPr snapToGrid="0">
      <p:cViewPr>
        <p:scale>
          <a:sx n="125" d="100"/>
          <a:sy n="125" d="100"/>
        </p:scale>
        <p:origin x="-998" y="-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microsoft.com/office/2016/11/relationships/changesInfo" Target="changesInfos/changesInfo1.xml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Юлия Буталова" userId="300416bf539f5913" providerId="LiveId" clId="{AB7C0583-5548-4724-9A36-CB21D94789B0}"/>
    <pc:docChg chg="undo redo custSel addSld delSld modSld sldOrd delMainMaster">
      <pc:chgData name="Юлия Буталова" userId="300416bf539f5913" providerId="LiveId" clId="{AB7C0583-5548-4724-9A36-CB21D94789B0}" dt="2025-12-04T19:45:27.271" v="1066" actId="1076"/>
      <pc:docMkLst>
        <pc:docMk/>
      </pc:docMkLst>
      <pc:sldChg chg="modSp mod">
        <pc:chgData name="Юлия Буталова" userId="300416bf539f5913" providerId="LiveId" clId="{AB7C0583-5548-4724-9A36-CB21D94789B0}" dt="2025-12-01T04:45:24.749" v="117" actId="1076"/>
        <pc:sldMkLst>
          <pc:docMk/>
          <pc:sldMk cId="0" sldId="256"/>
        </pc:sldMkLst>
        <pc:grpChg chg="mod">
          <ac:chgData name="Юлия Буталова" userId="300416bf539f5913" providerId="LiveId" clId="{AB7C0583-5548-4724-9A36-CB21D94789B0}" dt="2025-12-01T04:45:24.749" v="117" actId="1076"/>
          <ac:grpSpMkLst>
            <pc:docMk/>
            <pc:sldMk cId="0" sldId="256"/>
            <ac:grpSpMk id="213" creationId="{00000000-0000-0000-0000-000000000000}"/>
          </ac:grpSpMkLst>
        </pc:grpChg>
      </pc:sldChg>
      <pc:sldChg chg="addSp delSp modSp mod">
        <pc:chgData name="Юлия Буталова" userId="300416bf539f5913" providerId="LiveId" clId="{AB7C0583-5548-4724-9A36-CB21D94789B0}" dt="2025-12-01T04:45:47.002" v="120" actId="1076"/>
        <pc:sldMkLst>
          <pc:docMk/>
          <pc:sldMk cId="0" sldId="257"/>
        </pc:sldMkLst>
        <pc:spChg chg="add mod">
          <ac:chgData name="Юлия Буталова" userId="300416bf539f5913" providerId="LiveId" clId="{AB7C0583-5548-4724-9A36-CB21D94789B0}" dt="2025-12-01T04:43:46.440" v="105" actId="1076"/>
          <ac:spMkLst>
            <pc:docMk/>
            <pc:sldMk cId="0" sldId="257"/>
            <ac:spMk id="2" creationId="{AF6E18DF-C46F-506E-8487-764A82137652}"/>
          </ac:spMkLst>
        </pc:spChg>
        <pc:spChg chg="add mod">
          <ac:chgData name="Юлия Буталова" userId="300416bf539f5913" providerId="LiveId" clId="{AB7C0583-5548-4724-9A36-CB21D94789B0}" dt="2025-12-01T04:43:46.440" v="105" actId="1076"/>
          <ac:spMkLst>
            <pc:docMk/>
            <pc:sldMk cId="0" sldId="257"/>
            <ac:spMk id="3" creationId="{661B44C5-9758-1823-7317-240687880F79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6" creationId="{A2507471-85C8-5AD5-F0A4-1795CE415BB3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9" creationId="{9CCF009B-AB2B-C635-E795-AB98C9AAC4B3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11" creationId="{C39C17D0-05A1-304F-F0AD-980F94337145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12" creationId="{CA9ABF5D-FFE0-7AF6-4DA2-31FD95D900A0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16" creationId="{AFC2E6E5-9704-CF43-02B1-2DD8E2EA48F6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20" creationId="{17E33E0E-FD1F-1871-FD73-C8D53B93F959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21" creationId="{8702F3B4-342B-B8A4-5308-5B4BCB2FCABA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22" creationId="{231A7CC0-7BF6-3739-9974-D7C941BB4960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23" creationId="{13BF6A9A-2E1A-F7F1-510E-C27C732F9B61}"/>
          </ac:spMkLst>
        </pc:spChg>
        <pc:spChg chg="mod">
          <ac:chgData name="Юлия Буталова" userId="300416bf539f5913" providerId="LiveId" clId="{AB7C0583-5548-4724-9A36-CB21D94789B0}" dt="2025-12-01T04:43:55.829" v="106"/>
          <ac:spMkLst>
            <pc:docMk/>
            <pc:sldMk cId="0" sldId="257"/>
            <ac:spMk id="24" creationId="{B42B01F5-5F14-A6E2-EAA7-638942921C27}"/>
          </ac:spMkLst>
        </pc:spChg>
        <pc:spChg chg="mod">
          <ac:chgData name="Юлия Буталова" userId="300416bf539f5913" providerId="LiveId" clId="{AB7C0583-5548-4724-9A36-CB21D94789B0}" dt="2025-12-01T04:36:43.514" v="57"/>
          <ac:spMkLst>
            <pc:docMk/>
            <pc:sldMk cId="0" sldId="257"/>
            <ac:spMk id="240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46.440" v="105" actId="1076"/>
          <ac:spMkLst>
            <pc:docMk/>
            <pc:sldMk cId="0" sldId="257"/>
            <ac:spMk id="242" creationId="{00000000-0000-0000-0000-000000000000}"/>
          </ac:spMkLst>
        </pc:spChg>
        <pc:grpChg chg="mod">
          <ac:chgData name="Юлия Буталова" userId="300416bf539f5913" providerId="LiveId" clId="{AB7C0583-5548-4724-9A36-CB21D94789B0}" dt="2025-12-01T04:45:47.002" v="120" actId="1076"/>
          <ac:grpSpMkLst>
            <pc:docMk/>
            <pc:sldMk cId="0" sldId="257"/>
            <ac:grpSpMk id="4" creationId="{9CBA6766-67AB-C961-52AF-F7C5F22E819B}"/>
          </ac:grpSpMkLst>
        </pc:grpChg>
      </pc:sldChg>
      <pc:sldChg chg="addSp delSp modSp mod ord">
        <pc:chgData name="Юлия Буталова" userId="300416bf539f5913" providerId="LiveId" clId="{AB7C0583-5548-4724-9A36-CB21D94789B0}" dt="2025-12-01T04:45:39.734" v="119" actId="1076"/>
        <pc:sldMkLst>
          <pc:docMk/>
          <pc:sldMk cId="0" sldId="258"/>
        </pc:sldMkLst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3" creationId="{28404BEE-DAF1-492C-4EB2-E2D505420B08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4" creationId="{E4BCE04D-EBB9-2B4D-D3D7-2E1ADF5D5216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5" creationId="{9CF6DD20-86AB-4CF0-D880-92BB846BB111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6" creationId="{E299A15C-277D-CE79-CDB6-D9387514427B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11" creationId="{9DAC4A42-44C9-A4E2-3067-7E3F56B0FB16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13" creationId="{E40C4EEE-227C-17F7-F79C-3269A71FB82F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15" creationId="{22C021DF-E57E-EF7D-4A3F-0AE1C4737B86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18" creationId="{7F5CD7D0-71F4-E3B6-DDE3-4FB16A30E2E0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20" creationId="{BFF4B11A-5D19-1BC1-AE9A-FF945EA48CF7}"/>
          </ac:spMkLst>
        </pc:spChg>
        <pc:spChg chg="mod">
          <ac:chgData name="Юлия Буталова" userId="300416bf539f5913" providerId="LiveId" clId="{AB7C0583-5548-4724-9A36-CB21D94789B0}" dt="2025-12-01T04:44:06.289" v="108"/>
          <ac:spMkLst>
            <pc:docMk/>
            <pc:sldMk cId="0" sldId="258"/>
            <ac:spMk id="22" creationId="{6F3E4A6F-1002-E3B7-9CA9-C8F19F2C2659}"/>
          </ac:spMkLst>
        </pc:spChg>
        <pc:spChg chg="mod">
          <ac:chgData name="Юлия Буталова" userId="300416bf539f5913" providerId="LiveId" clId="{AB7C0583-5548-4724-9A36-CB21D94789B0}" dt="2025-12-01T04:43:02.522" v="102" actId="1076"/>
          <ac:spMkLst>
            <pc:docMk/>
            <pc:sldMk cId="0" sldId="258"/>
            <ac:spMk id="270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38:35.882" v="70" actId="2711"/>
          <ac:spMkLst>
            <pc:docMk/>
            <pc:sldMk cId="0" sldId="258"/>
            <ac:spMk id="271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39:24.869" v="76" actId="2711"/>
          <ac:spMkLst>
            <pc:docMk/>
            <pc:sldMk cId="0" sldId="258"/>
            <ac:spMk id="272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31.343" v="104" actId="1076"/>
          <ac:spMkLst>
            <pc:docMk/>
            <pc:sldMk cId="0" sldId="258"/>
            <ac:spMk id="273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31.343" v="104" actId="1076"/>
          <ac:spMkLst>
            <pc:docMk/>
            <pc:sldMk cId="0" sldId="258"/>
            <ac:spMk id="274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12.769" v="103" actId="1076"/>
          <ac:spMkLst>
            <pc:docMk/>
            <pc:sldMk cId="0" sldId="258"/>
            <ac:spMk id="275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12.769" v="103" actId="1076"/>
          <ac:spMkLst>
            <pc:docMk/>
            <pc:sldMk cId="0" sldId="258"/>
            <ac:spMk id="276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37:23.939" v="61" actId="207"/>
          <ac:spMkLst>
            <pc:docMk/>
            <pc:sldMk cId="0" sldId="258"/>
            <ac:spMk id="277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31.343" v="104" actId="1076"/>
          <ac:spMkLst>
            <pc:docMk/>
            <pc:sldMk cId="0" sldId="258"/>
            <ac:spMk id="278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12.769" v="103" actId="1076"/>
          <ac:spMkLst>
            <pc:docMk/>
            <pc:sldMk cId="0" sldId="258"/>
            <ac:spMk id="279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2:42.065" v="98" actId="113"/>
          <ac:spMkLst>
            <pc:docMk/>
            <pc:sldMk cId="0" sldId="258"/>
            <ac:spMk id="280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31.343" v="104" actId="1076"/>
          <ac:spMkLst>
            <pc:docMk/>
            <pc:sldMk cId="0" sldId="258"/>
            <ac:spMk id="281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43:12.769" v="103" actId="1076"/>
          <ac:spMkLst>
            <pc:docMk/>
            <pc:sldMk cId="0" sldId="258"/>
            <ac:spMk id="282" creationId="{00000000-0000-0000-0000-000000000000}"/>
          </ac:spMkLst>
        </pc:spChg>
        <pc:grpChg chg="mod">
          <ac:chgData name="Юлия Буталова" userId="300416bf539f5913" providerId="LiveId" clId="{AB7C0583-5548-4724-9A36-CB21D94789B0}" dt="2025-12-01T04:45:39.734" v="119" actId="1076"/>
          <ac:grpSpMkLst>
            <pc:docMk/>
            <pc:sldMk cId="0" sldId="258"/>
            <ac:grpSpMk id="2" creationId="{1FBF2920-A82E-EB3E-E7CE-F546A332B99A}"/>
          </ac:grpSpMkLst>
        </pc:grpChg>
      </pc:sldChg>
      <pc:sldChg chg="addSp delSp modSp mod">
        <pc:chgData name="Юлия Буталова" userId="300416bf539f5913" providerId="LiveId" clId="{AB7C0583-5548-4724-9A36-CB21D94789B0}" dt="2025-12-01T04:55:06.689" v="208" actId="478"/>
        <pc:sldMkLst>
          <pc:docMk/>
          <pc:sldMk cId="0" sldId="259"/>
        </pc:sldMkLst>
        <pc:spChg chg="mod">
          <ac:chgData name="Юлия Буталова" userId="300416bf539f5913" providerId="LiveId" clId="{AB7C0583-5548-4724-9A36-CB21D94789B0}" dt="2025-12-01T04:54:10.661" v="203" actId="207"/>
          <ac:spMkLst>
            <pc:docMk/>
            <pc:sldMk cId="0" sldId="259"/>
            <ac:spMk id="308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4:54:17.140" v="204" actId="1076"/>
          <ac:spMkLst>
            <pc:docMk/>
            <pc:sldMk cId="0" sldId="259"/>
            <ac:spMk id="309" creationId="{00000000-0000-0000-0000-000000000000}"/>
          </ac:spMkLst>
        </pc:spChg>
        <pc:picChg chg="add mod">
          <ac:chgData name="Юлия Буталова" userId="300416bf539f5913" providerId="LiveId" clId="{AB7C0583-5548-4724-9A36-CB21D94789B0}" dt="2025-12-01T04:53:26.086" v="200" actId="14861"/>
          <ac:picMkLst>
            <pc:docMk/>
            <pc:sldMk cId="0" sldId="259"/>
            <ac:picMk id="1028" creationId="{DCA71221-7DD7-A110-EF65-96DD3BE688E3}"/>
          </ac:picMkLst>
        </pc:picChg>
      </pc:sldChg>
      <pc:sldChg chg="addSp delSp modSp mod modNotes">
        <pc:chgData name="Юлия Буталова" userId="300416bf539f5913" providerId="LiveId" clId="{AB7C0583-5548-4724-9A36-CB21D94789B0}" dt="2025-12-01T05:31:22.876" v="551" actId="1076"/>
        <pc:sldMkLst>
          <pc:docMk/>
          <pc:sldMk cId="0" sldId="260"/>
        </pc:sldMkLst>
        <pc:spChg chg="add mod">
          <ac:chgData name="Юлия Буталова" userId="300416bf539f5913" providerId="LiveId" clId="{AB7C0583-5548-4724-9A36-CB21D94789B0}" dt="2025-12-01T05:03:00.182" v="264" actId="1076"/>
          <ac:spMkLst>
            <pc:docMk/>
            <pc:sldMk cId="0" sldId="260"/>
            <ac:spMk id="6" creationId="{907CE504-4E7F-857E-E3A9-7D7D775C4F3E}"/>
          </ac:spMkLst>
        </pc:spChg>
        <pc:spChg chg="add mod">
          <ac:chgData name="Юлия Буталова" userId="300416bf539f5913" providerId="LiveId" clId="{AB7C0583-5548-4724-9A36-CB21D94789B0}" dt="2025-12-01T05:03:47.071" v="280" actId="14100"/>
          <ac:spMkLst>
            <pc:docMk/>
            <pc:sldMk cId="0" sldId="260"/>
            <ac:spMk id="7" creationId="{158A2DC8-A035-5C4F-88E4-1F9E69792E35}"/>
          </ac:spMkLst>
        </pc:spChg>
        <pc:spChg chg="mod">
          <ac:chgData name="Юлия Буталова" userId="300416bf539f5913" providerId="LiveId" clId="{AB7C0583-5548-4724-9A36-CB21D94789B0}" dt="2025-12-01T05:31:22.876" v="551" actId="1076"/>
          <ac:spMkLst>
            <pc:docMk/>
            <pc:sldMk cId="0" sldId="260"/>
            <ac:spMk id="336" creationId="{00000000-0000-0000-0000-000000000000}"/>
          </ac:spMkLst>
        </pc:spChg>
      </pc:sldChg>
      <pc:sldChg chg="modSp mod modNotes">
        <pc:chgData name="Юлия Буталова" userId="300416bf539f5913" providerId="LiveId" clId="{AB7C0583-5548-4724-9A36-CB21D94789B0}" dt="2025-12-01T05:08:56.970" v="311" actId="207"/>
        <pc:sldMkLst>
          <pc:docMk/>
          <pc:sldMk cId="0" sldId="261"/>
        </pc:sldMkLst>
        <pc:spChg chg="mod">
          <ac:chgData name="Юлия Буталова" userId="300416bf539f5913" providerId="LiveId" clId="{AB7C0583-5548-4724-9A36-CB21D94789B0}" dt="2025-12-01T05:08:48.418" v="310" actId="207"/>
          <ac:spMkLst>
            <pc:docMk/>
            <pc:sldMk cId="0" sldId="261"/>
            <ac:spMk id="364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05:51.410" v="285" actId="207"/>
          <ac:spMkLst>
            <pc:docMk/>
            <pc:sldMk cId="0" sldId="261"/>
            <ac:spMk id="365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08:37.390" v="308" actId="14100"/>
          <ac:spMkLst>
            <pc:docMk/>
            <pc:sldMk cId="0" sldId="261"/>
            <ac:spMk id="366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07:31.947" v="299" actId="14100"/>
          <ac:spMkLst>
            <pc:docMk/>
            <pc:sldMk cId="0" sldId="261"/>
            <ac:spMk id="367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08:56.970" v="311" actId="207"/>
          <ac:spMkLst>
            <pc:docMk/>
            <pc:sldMk cId="0" sldId="261"/>
            <ac:spMk id="368" creationId="{00000000-0000-0000-0000-000000000000}"/>
          </ac:spMkLst>
        </pc:spChg>
        <pc:grpChg chg="mod">
          <ac:chgData name="Юлия Буталова" userId="300416bf539f5913" providerId="LiveId" clId="{AB7C0583-5548-4724-9A36-CB21D94789B0}" dt="2025-12-01T05:06:45.242" v="292" actId="1076"/>
          <ac:grpSpMkLst>
            <pc:docMk/>
            <pc:sldMk cId="0" sldId="261"/>
            <ac:grpSpMk id="369" creationId="{00000000-0000-0000-0000-000000000000}"/>
          </ac:grpSpMkLst>
        </pc:grpChg>
        <pc:grpChg chg="mod">
          <ac:chgData name="Юлия Буталова" userId="300416bf539f5913" providerId="LiveId" clId="{AB7C0583-5548-4724-9A36-CB21D94789B0}" dt="2025-12-01T05:06:42.290" v="291" actId="1076"/>
          <ac:grpSpMkLst>
            <pc:docMk/>
            <pc:sldMk cId="0" sldId="261"/>
            <ac:grpSpMk id="379" creationId="{00000000-0000-0000-0000-000000000000}"/>
          </ac:grpSpMkLst>
        </pc:grpChg>
      </pc:sldChg>
      <pc:sldChg chg="addSp delSp modSp mod">
        <pc:chgData name="Юлия Буталова" userId="300416bf539f5913" providerId="LiveId" clId="{AB7C0583-5548-4724-9A36-CB21D94789B0}" dt="2025-12-01T05:30:52.891" v="548" actId="1076"/>
        <pc:sldMkLst>
          <pc:docMk/>
          <pc:sldMk cId="0" sldId="262"/>
        </pc:sldMkLst>
        <pc:spChg chg="mod">
          <ac:chgData name="Юлия Буталова" userId="300416bf539f5913" providerId="LiveId" clId="{AB7C0583-5548-4724-9A36-CB21D94789B0}" dt="2025-12-01T05:30:52.891" v="548" actId="1076"/>
          <ac:spMkLst>
            <pc:docMk/>
            <pc:sldMk cId="0" sldId="262"/>
            <ac:spMk id="412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3:52.081" v="500" actId="1076"/>
          <ac:spMkLst>
            <pc:docMk/>
            <pc:sldMk cId="0" sldId="262"/>
            <ac:spMk id="413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3:52.081" v="500" actId="1076"/>
          <ac:spMkLst>
            <pc:docMk/>
            <pc:sldMk cId="0" sldId="262"/>
            <ac:spMk id="415" creationId="{00000000-0000-0000-0000-000000000000}"/>
          </ac:spMkLst>
        </pc:spChg>
      </pc:sldChg>
      <pc:sldChg chg="modSp mod modNotes">
        <pc:chgData name="Юлия Буталова" userId="300416bf539f5913" providerId="LiveId" clId="{AB7C0583-5548-4724-9A36-CB21D94789B0}" dt="2025-12-01T05:22:30.950" v="497" actId="14100"/>
        <pc:sldMkLst>
          <pc:docMk/>
          <pc:sldMk cId="0" sldId="263"/>
        </pc:sldMkLst>
        <pc:spChg chg="mod">
          <ac:chgData name="Юлия Буталова" userId="300416bf539f5913" providerId="LiveId" clId="{AB7C0583-5548-4724-9A36-CB21D94789B0}" dt="2025-12-01T05:20:38.339" v="474" actId="1076"/>
          <ac:spMkLst>
            <pc:docMk/>
            <pc:sldMk cId="0" sldId="263"/>
            <ac:spMk id="457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13:52.409" v="420" actId="14100"/>
          <ac:spMkLst>
            <pc:docMk/>
            <pc:sldMk cId="0" sldId="263"/>
            <ac:spMk id="458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0:08.663" v="468" actId="404"/>
          <ac:spMkLst>
            <pc:docMk/>
            <pc:sldMk cId="0" sldId="263"/>
            <ac:spMk id="459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2:30.950" v="497" actId="14100"/>
          <ac:spMkLst>
            <pc:docMk/>
            <pc:sldMk cId="0" sldId="263"/>
            <ac:spMk id="460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1:23.390" v="482" actId="20577"/>
          <ac:spMkLst>
            <pc:docMk/>
            <pc:sldMk cId="0" sldId="263"/>
            <ac:spMk id="461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2:09.603" v="495" actId="1076"/>
          <ac:spMkLst>
            <pc:docMk/>
            <pc:sldMk cId="0" sldId="263"/>
            <ac:spMk id="462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0:27.694" v="472" actId="20577"/>
          <ac:spMkLst>
            <pc:docMk/>
            <pc:sldMk cId="0" sldId="263"/>
            <ac:spMk id="463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0:31.558" v="473" actId="20577"/>
          <ac:spMkLst>
            <pc:docMk/>
            <pc:sldMk cId="0" sldId="263"/>
            <ac:spMk id="464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5:21:06.531" v="479" actId="404"/>
          <ac:spMkLst>
            <pc:docMk/>
            <pc:sldMk cId="0" sldId="263"/>
            <ac:spMk id="465" creationId="{00000000-0000-0000-0000-000000000000}"/>
          </ac:spMkLst>
        </pc:spChg>
      </pc:sldChg>
      <pc:sldChg chg="addSp delSp modSp mod modNotes">
        <pc:chgData name="Юлия Буталова" userId="300416bf539f5913" providerId="LiveId" clId="{AB7C0583-5548-4724-9A36-CB21D94789B0}" dt="2025-12-01T05:38:42.580" v="663" actId="1076"/>
        <pc:sldMkLst>
          <pc:docMk/>
          <pc:sldMk cId="0" sldId="264"/>
        </pc:sldMkLst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3" creationId="{3475B763-C606-C610-5673-E2D3C5B88BD6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4" creationId="{B8A46D76-420B-DEB3-6B99-0A3B5990D626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5" creationId="{493A37F5-A5AA-C95C-53ED-51A733C90849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7" creationId="{404048A7-A41A-FF25-CED5-4D52B407E8D4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11" creationId="{C8CD1189-79F1-0B35-AD8D-42D1FA6F76DB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12" creationId="{FDDD01CD-B2DF-4672-DDE1-7D629187C39A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15" creationId="{FA15D5B2-BACB-B57D-E1EB-18569BEB6726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17" creationId="{38D10B6C-A6E8-BB30-2A99-E793F3A93433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20" creationId="{517D9CCE-4EA4-7952-E01A-1D33010A84C6}"/>
          </ac:spMkLst>
        </pc:spChg>
        <pc:spChg chg="mod">
          <ac:chgData name="Юлия Буталова" userId="300416bf539f5913" providerId="LiveId" clId="{AB7C0583-5548-4724-9A36-CB21D94789B0}" dt="2025-12-01T05:27:36.039" v="513"/>
          <ac:spMkLst>
            <pc:docMk/>
            <pc:sldMk cId="0" sldId="264"/>
            <ac:spMk id="21" creationId="{36965267-F9A5-34C2-3FE2-2A7774A449B7}"/>
          </ac:spMkLst>
        </pc:spChg>
        <pc:spChg chg="add mod">
          <ac:chgData name="Юлия Буталова" userId="300416bf539f5913" providerId="LiveId" clId="{AB7C0583-5548-4724-9A36-CB21D94789B0}" dt="2025-12-01T05:37:33.470" v="650" actId="1076"/>
          <ac:spMkLst>
            <pc:docMk/>
            <pc:sldMk cId="0" sldId="264"/>
            <ac:spMk id="25" creationId="{78933D20-39B4-CFEF-7CCE-2B546ACF9A17}"/>
          </ac:spMkLst>
        </pc:spChg>
        <pc:spChg chg="add mod">
          <ac:chgData name="Юлия Буталова" userId="300416bf539f5913" providerId="LiveId" clId="{AB7C0583-5548-4724-9A36-CB21D94789B0}" dt="2025-12-01T05:36:57.751" v="635" actId="1076"/>
          <ac:spMkLst>
            <pc:docMk/>
            <pc:sldMk cId="0" sldId="264"/>
            <ac:spMk id="28" creationId="{E136D50C-E9C3-2B04-D5D5-ED3E012065EC}"/>
          </ac:spMkLst>
        </pc:spChg>
        <pc:spChg chg="add mod">
          <ac:chgData name="Юлия Буталова" userId="300416bf539f5913" providerId="LiveId" clId="{AB7C0583-5548-4724-9A36-CB21D94789B0}" dt="2025-12-01T05:38:42.580" v="663" actId="1076"/>
          <ac:spMkLst>
            <pc:docMk/>
            <pc:sldMk cId="0" sldId="264"/>
            <ac:spMk id="31" creationId="{C8E913DF-E50B-CA32-E8F3-660631097D68}"/>
          </ac:spMkLst>
        </pc:spChg>
        <pc:spChg chg="add mod">
          <ac:chgData name="Юлия Буталова" userId="300416bf539f5913" providerId="LiveId" clId="{AB7C0583-5548-4724-9A36-CB21D94789B0}" dt="2025-12-01T05:37:36.850" v="651" actId="1076"/>
          <ac:spMkLst>
            <pc:docMk/>
            <pc:sldMk cId="0" sldId="264"/>
            <ac:spMk id="32" creationId="{0FF71213-51B6-2914-8519-553E3F022213}"/>
          </ac:spMkLst>
        </pc:spChg>
        <pc:spChg chg="add mod">
          <ac:chgData name="Юлия Буталова" userId="300416bf539f5913" providerId="LiveId" clId="{AB7C0583-5548-4724-9A36-CB21D94789B0}" dt="2025-12-01T05:37:03.954" v="637" actId="1076"/>
          <ac:spMkLst>
            <pc:docMk/>
            <pc:sldMk cId="0" sldId="264"/>
            <ac:spMk id="33" creationId="{88025E46-44C5-2119-94E4-38F8F67D6789}"/>
          </ac:spMkLst>
        </pc:spChg>
        <pc:spChg chg="add mod">
          <ac:chgData name="Юлия Буталова" userId="300416bf539f5913" providerId="LiveId" clId="{AB7C0583-5548-4724-9A36-CB21D94789B0}" dt="2025-12-01T05:38:08.508" v="659" actId="6549"/>
          <ac:spMkLst>
            <pc:docMk/>
            <pc:sldMk cId="0" sldId="264"/>
            <ac:spMk id="52" creationId="{3B89D7F4-6DDA-0BAC-94D8-2FC1BB4C5F33}"/>
          </ac:spMkLst>
        </pc:spChg>
        <pc:spChg chg="mod">
          <ac:chgData name="Юлия Буталова" userId="300416bf539f5913" providerId="LiveId" clId="{AB7C0583-5548-4724-9A36-CB21D94789B0}" dt="2025-12-01T05:32:20.527" v="556"/>
          <ac:spMkLst>
            <pc:docMk/>
            <pc:sldMk cId="0" sldId="264"/>
            <ac:spMk id="522" creationId="{00000000-0000-0000-0000-000000000000}"/>
          </ac:spMkLst>
        </pc:spChg>
        <pc:spChg chg="add del mod">
          <ac:chgData name="Юлия Буталова" userId="300416bf539f5913" providerId="LiveId" clId="{AB7C0583-5548-4724-9A36-CB21D94789B0}" dt="2025-12-01T05:38:33.429" v="661" actId="1076"/>
          <ac:spMkLst>
            <pc:docMk/>
            <pc:sldMk cId="0" sldId="264"/>
            <ac:spMk id="527" creationId="{00000000-0000-0000-0000-000000000000}"/>
          </ac:spMkLst>
        </pc:spChg>
        <pc:grpChg chg="mod">
          <ac:chgData name="Юлия Буталова" userId="300416bf539f5913" providerId="LiveId" clId="{AB7C0583-5548-4724-9A36-CB21D94789B0}" dt="2025-12-01T05:27:42.446" v="514" actId="1076"/>
          <ac:grpSpMkLst>
            <pc:docMk/>
            <pc:sldMk cId="0" sldId="264"/>
            <ac:grpSpMk id="2" creationId="{1F6C4744-2EE8-950C-8957-FF67ACA59828}"/>
          </ac:grpSpMkLst>
        </pc:grpChg>
      </pc:sldChg>
      <pc:sldChg chg="addSp delSp modSp mod ord modNotes">
        <pc:chgData name="Юлия Буталова" userId="300416bf539f5913" providerId="LiveId" clId="{AB7C0583-5548-4724-9A36-CB21D94789B0}" dt="2025-12-01T06:23:51.315" v="1040" actId="404"/>
        <pc:sldMkLst>
          <pc:docMk/>
          <pc:sldMk cId="0" sldId="265"/>
        </pc:sldMkLst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24" creationId="{1A4D0F66-F44C-ED2D-8518-8A2DED765247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26" creationId="{83F76FBA-43C2-8E85-700F-4DB86AC64B2C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29" creationId="{6B2E8518-FC22-66EA-D7EA-74D514D753E9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31" creationId="{045C7883-3FCB-B884-888C-FC2D0C2C9582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32" creationId="{BCA31D50-2D76-A095-14B7-60A197783B53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34" creationId="{8E905E07-6321-636F-0425-24B941D8EA31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35" creationId="{FC1B6371-98DF-5BE7-35F3-E7329332D9D2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36" creationId="{318B077F-CE52-3AEA-7B04-43160535ACA0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37" creationId="{F5A54035-ABBB-D596-6A32-E9C8353CA39E}"/>
          </ac:spMkLst>
        </pc:spChg>
        <pc:spChg chg="mod">
          <ac:chgData name="Юлия Буталова" userId="300416bf539f5913" providerId="LiveId" clId="{AB7C0583-5548-4724-9A36-CB21D94789B0}" dt="2025-12-01T05:27:26.223" v="512"/>
          <ac:spMkLst>
            <pc:docMk/>
            <pc:sldMk cId="0" sldId="265"/>
            <ac:spMk id="38" creationId="{B4748D9F-89BD-E0BC-9F01-651856D09E8E}"/>
          </ac:spMkLst>
        </pc:spChg>
        <pc:spChg chg="add del mod">
          <ac:chgData name="Юлия Буталова" userId="300416bf539f5913" providerId="LiveId" clId="{AB7C0583-5548-4724-9A36-CB21D94789B0}" dt="2025-12-01T05:30:47.384" v="546" actId="255"/>
          <ac:spMkLst>
            <pc:docMk/>
            <pc:sldMk cId="0" sldId="265"/>
            <ac:spMk id="44" creationId="{92825850-E236-5DDA-E9CD-3E25974C6030}"/>
          </ac:spMkLst>
        </pc:spChg>
        <pc:spChg chg="add mod">
          <ac:chgData name="Юлия Буталова" userId="300416bf539f5913" providerId="LiveId" clId="{AB7C0583-5548-4724-9A36-CB21D94789B0}" dt="2025-12-01T06:23:48.570" v="1039" actId="404"/>
          <ac:spMkLst>
            <pc:docMk/>
            <pc:sldMk cId="0" sldId="265"/>
            <ac:spMk id="45" creationId="{2DE917CB-DE5F-41B4-CE72-39764319A831}"/>
          </ac:spMkLst>
        </pc:spChg>
        <pc:spChg chg="mod">
          <ac:chgData name="Юлия Буталова" userId="300416bf539f5913" providerId="LiveId" clId="{AB7C0583-5548-4724-9A36-CB21D94789B0}" dt="2025-12-01T06:23:33.736" v="1036" actId="404"/>
          <ac:spMkLst>
            <pc:docMk/>
            <pc:sldMk cId="0" sldId="265"/>
            <ac:spMk id="561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6:23:02.788" v="1031" actId="404"/>
          <ac:spMkLst>
            <pc:docMk/>
            <pc:sldMk cId="0" sldId="265"/>
            <ac:spMk id="562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1T06:23:51.315" v="1040" actId="404"/>
          <ac:spMkLst>
            <pc:docMk/>
            <pc:sldMk cId="0" sldId="265"/>
            <ac:spMk id="564" creationId="{00000000-0000-0000-0000-000000000000}"/>
          </ac:spMkLst>
        </pc:spChg>
      </pc:sldChg>
      <pc:sldChg chg="addSp delSp modSp mod">
        <pc:chgData name="Юлия Буталова" userId="300416bf539f5913" providerId="LiveId" clId="{AB7C0583-5548-4724-9A36-CB21D94789B0}" dt="2025-12-01T05:41:39.605" v="689" actId="1076"/>
        <pc:sldMkLst>
          <pc:docMk/>
          <pc:sldMk cId="0" sldId="266"/>
        </pc:sldMkLst>
        <pc:spChg chg="add mod">
          <ac:chgData name="Юлия Буталова" userId="300416bf539f5913" providerId="LiveId" clId="{AB7C0583-5548-4724-9A36-CB21D94789B0}" dt="2025-12-01T05:39:58.381" v="686" actId="20577"/>
          <ac:spMkLst>
            <pc:docMk/>
            <pc:sldMk cId="0" sldId="266"/>
            <ac:spMk id="8" creationId="{9E0C823C-EBB6-BDF6-EB31-98BADB668E17}"/>
          </ac:spMkLst>
        </pc:spChg>
        <pc:picChg chg="add mod">
          <ac:chgData name="Юлия Буталова" userId="300416bf539f5913" providerId="LiveId" clId="{AB7C0583-5548-4724-9A36-CB21D94789B0}" dt="2025-12-01T05:41:39.605" v="689" actId="1076"/>
          <ac:picMkLst>
            <pc:docMk/>
            <pc:sldMk cId="0" sldId="266"/>
            <ac:picMk id="10" creationId="{932E9266-D68F-3E34-C320-44734D564251}"/>
          </ac:picMkLst>
        </pc:picChg>
      </pc:sldChg>
      <pc:sldChg chg="addSp delSp modSp mod">
        <pc:chgData name="Юлия Буталова" userId="300416bf539f5913" providerId="LiveId" clId="{AB7C0583-5548-4724-9A36-CB21D94789B0}" dt="2025-12-04T19:45:02.969" v="1062" actId="1076"/>
        <pc:sldMkLst>
          <pc:docMk/>
          <pc:sldMk cId="0" sldId="268"/>
        </pc:sldMkLst>
        <pc:spChg chg="add mod">
          <ac:chgData name="Юлия Буталова" userId="300416bf539f5913" providerId="LiveId" clId="{AB7C0583-5548-4724-9A36-CB21D94789B0}" dt="2025-12-01T06:19:20.332" v="1006" actId="1076"/>
          <ac:spMkLst>
            <pc:docMk/>
            <pc:sldMk cId="0" sldId="268"/>
            <ac:spMk id="4" creationId="{539FB2BE-7635-A98E-6F16-14497C6726AB}"/>
          </ac:spMkLst>
        </pc:spChg>
        <pc:spChg chg="add mod">
          <ac:chgData name="Юлия Буталова" userId="300416bf539f5913" providerId="LiveId" clId="{AB7C0583-5548-4724-9A36-CB21D94789B0}" dt="2025-12-01T06:19:50.922" v="1017" actId="1076"/>
          <ac:spMkLst>
            <pc:docMk/>
            <pc:sldMk cId="0" sldId="268"/>
            <ac:spMk id="5" creationId="{408D089B-C8F8-61D5-2580-364B6B000C3C}"/>
          </ac:spMkLst>
        </pc:spChg>
        <pc:spChg chg="add mod">
          <ac:chgData name="Юлия Буталова" userId="300416bf539f5913" providerId="LiveId" clId="{AB7C0583-5548-4724-9A36-CB21D94789B0}" dt="2025-12-01T06:19:34.636" v="1012" actId="1076"/>
          <ac:spMkLst>
            <pc:docMk/>
            <pc:sldMk cId="0" sldId="268"/>
            <ac:spMk id="6" creationId="{D1A97844-72A7-C5A0-891B-5189B59E0D04}"/>
          </ac:spMkLst>
        </pc:spChg>
        <pc:spChg chg="add mod">
          <ac:chgData name="Юлия Буталова" userId="300416bf539f5913" providerId="LiveId" clId="{AB7C0583-5548-4724-9A36-CB21D94789B0}" dt="2025-12-01T06:20:02.452" v="1021" actId="1076"/>
          <ac:spMkLst>
            <pc:docMk/>
            <pc:sldMk cId="0" sldId="268"/>
            <ac:spMk id="8" creationId="{DBF211FD-D4A0-948D-8BA1-A123D3CD1FC6}"/>
          </ac:spMkLst>
        </pc:spChg>
        <pc:spChg chg="add mod">
          <ac:chgData name="Юлия Буталова" userId="300416bf539f5913" providerId="LiveId" clId="{AB7C0583-5548-4724-9A36-CB21D94789B0}" dt="2025-12-01T06:20:58.928" v="1028" actId="20577"/>
          <ac:spMkLst>
            <pc:docMk/>
            <pc:sldMk cId="0" sldId="268"/>
            <ac:spMk id="14" creationId="{B692C539-8D95-8D39-EF20-3491EF82FC8B}"/>
          </ac:spMkLst>
        </pc:spChg>
        <pc:spChg chg="mod">
          <ac:chgData name="Юлия Буталова" userId="300416bf539f5913" providerId="LiveId" clId="{AB7C0583-5548-4724-9A36-CB21D94789B0}" dt="2025-12-01T05:58:33.579" v="831" actId="1076"/>
          <ac:spMkLst>
            <pc:docMk/>
            <pc:sldMk cId="0" sldId="268"/>
            <ac:spMk id="658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61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62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64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65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69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71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02.969" v="1062" actId="1076"/>
          <ac:spMkLst>
            <pc:docMk/>
            <pc:sldMk cId="0" sldId="268"/>
            <ac:spMk id="672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73" creationId="{00000000-0000-0000-0000-000000000000}"/>
          </ac:spMkLst>
        </pc:spChg>
        <pc:spChg chg="mod">
          <ac:chgData name="Юлия Буталова" userId="300416bf539f5913" providerId="LiveId" clId="{AB7C0583-5548-4724-9A36-CB21D94789B0}" dt="2025-12-04T19:44:58.053" v="1061" actId="1076"/>
          <ac:spMkLst>
            <pc:docMk/>
            <pc:sldMk cId="0" sldId="268"/>
            <ac:spMk id="677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78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4:41.843" v="1059" actId="165"/>
          <ac:spMkLst>
            <pc:docMk/>
            <pc:sldMk cId="0" sldId="268"/>
            <ac:spMk id="679" creationId="{00000000-0000-0000-0000-000000000000}"/>
          </ac:spMkLst>
        </pc:spChg>
        <pc:picChg chg="add mod">
          <ac:chgData name="Юлия Буталова" userId="300416bf539f5913" providerId="LiveId" clId="{AB7C0583-5548-4724-9A36-CB21D94789B0}" dt="2025-12-01T06:19:23.493" v="1007" actId="1076"/>
          <ac:picMkLst>
            <pc:docMk/>
            <pc:sldMk cId="0" sldId="268"/>
            <ac:picMk id="7" creationId="{E98CFDD4-FA0F-3EA1-488A-9A2F2FED0AAF}"/>
          </ac:picMkLst>
        </pc:picChg>
        <pc:picChg chg="add mod">
          <ac:chgData name="Юлия Буталова" userId="300416bf539f5913" providerId="LiveId" clId="{AB7C0583-5548-4724-9A36-CB21D94789B0}" dt="2025-12-01T06:19:26.596" v="1008" actId="1076"/>
          <ac:picMkLst>
            <pc:docMk/>
            <pc:sldMk cId="0" sldId="268"/>
            <ac:picMk id="9" creationId="{A122DD51-4CB0-87B1-AC06-71BF58A0BA64}"/>
          </ac:picMkLst>
        </pc:picChg>
        <pc:picChg chg="add mod">
          <ac:chgData name="Юлия Буталова" userId="300416bf539f5913" providerId="LiveId" clId="{AB7C0583-5548-4724-9A36-CB21D94789B0}" dt="2025-12-01T06:19:44.165" v="1014" actId="1076"/>
          <ac:picMkLst>
            <pc:docMk/>
            <pc:sldMk cId="0" sldId="268"/>
            <ac:picMk id="11" creationId="{57857EC3-C148-3C4C-3506-F17068577D84}"/>
          </ac:picMkLst>
        </pc:picChg>
        <pc:picChg chg="add mod">
          <ac:chgData name="Юлия Буталова" userId="300416bf539f5913" providerId="LiveId" clId="{AB7C0583-5548-4724-9A36-CB21D94789B0}" dt="2025-12-01T06:20:48.473" v="1024" actId="14100"/>
          <ac:picMkLst>
            <pc:docMk/>
            <pc:sldMk cId="0" sldId="268"/>
            <ac:picMk id="12" creationId="{3576013F-F1DD-60F9-346C-DCED8F7DAFCC}"/>
          </ac:picMkLst>
        </pc:picChg>
        <pc:picChg chg="add mod">
          <ac:chgData name="Юлия Буталова" userId="300416bf539f5913" providerId="LiveId" clId="{AB7C0583-5548-4724-9A36-CB21D94789B0}" dt="2025-12-01T06:19:55.125" v="1018" actId="1076"/>
          <ac:picMkLst>
            <pc:docMk/>
            <pc:sldMk cId="0" sldId="268"/>
            <ac:picMk id="13" creationId="{D1651295-B38E-D222-DF19-BFB2E057CBA9}"/>
          </ac:picMkLst>
        </pc:picChg>
      </pc:sldChg>
      <pc:sldChg chg="addSp delSp modSp mod">
        <pc:chgData name="Юлия Буталова" userId="300416bf539f5913" providerId="LiveId" clId="{AB7C0583-5548-4724-9A36-CB21D94789B0}" dt="2025-12-04T19:45:27.271" v="1066" actId="1076"/>
        <pc:sldMkLst>
          <pc:docMk/>
          <pc:sldMk cId="0" sldId="269"/>
        </pc:sldMkLst>
        <pc:spChg chg="add mod">
          <ac:chgData name="Юлия Буталова" userId="300416bf539f5913" providerId="LiveId" clId="{AB7C0583-5548-4724-9A36-CB21D94789B0}" dt="2025-12-01T06:05:01.938" v="933" actId="1076"/>
          <ac:spMkLst>
            <pc:docMk/>
            <pc:sldMk cId="0" sldId="269"/>
            <ac:spMk id="3" creationId="{3E685332-3C57-AF4F-561A-A4B000B493DF}"/>
          </ac:spMkLst>
        </pc:spChg>
        <pc:spChg chg="mod">
          <ac:chgData name="Юлия Буталова" userId="300416bf539f5913" providerId="LiveId" clId="{AB7C0583-5548-4724-9A36-CB21D94789B0}" dt="2025-12-01T06:03:10.741" v="890" actId="207"/>
          <ac:spMkLst>
            <pc:docMk/>
            <pc:sldMk cId="0" sldId="269"/>
            <ac:spMk id="685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12.543" v="1063" actId="165"/>
          <ac:spMkLst>
            <pc:docMk/>
            <pc:sldMk cId="0" sldId="269"/>
            <ac:spMk id="737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12.543" v="1063" actId="165"/>
          <ac:spMkLst>
            <pc:docMk/>
            <pc:sldMk cId="0" sldId="269"/>
            <ac:spMk id="740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12.543" v="1063" actId="165"/>
          <ac:spMkLst>
            <pc:docMk/>
            <pc:sldMk cId="0" sldId="269"/>
            <ac:spMk id="743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12.543" v="1063" actId="165"/>
          <ac:spMkLst>
            <pc:docMk/>
            <pc:sldMk cId="0" sldId="269"/>
            <ac:spMk id="744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12.543" v="1063" actId="165"/>
          <ac:spMkLst>
            <pc:docMk/>
            <pc:sldMk cId="0" sldId="269"/>
            <ac:spMk id="748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27.271" v="1066" actId="1076"/>
          <ac:spMkLst>
            <pc:docMk/>
            <pc:sldMk cId="0" sldId="269"/>
            <ac:spMk id="749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12.543" v="1063" actId="165"/>
          <ac:spMkLst>
            <pc:docMk/>
            <pc:sldMk cId="0" sldId="269"/>
            <ac:spMk id="752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12.543" v="1063" actId="165"/>
          <ac:spMkLst>
            <pc:docMk/>
            <pc:sldMk cId="0" sldId="269"/>
            <ac:spMk id="753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22.872" v="1065" actId="1076"/>
          <ac:spMkLst>
            <pc:docMk/>
            <pc:sldMk cId="0" sldId="269"/>
            <ac:spMk id="754" creationId="{00000000-0000-0000-0000-000000000000}"/>
          </ac:spMkLst>
        </pc:spChg>
        <pc:spChg chg="mod topLvl">
          <ac:chgData name="Юлия Буталова" userId="300416bf539f5913" providerId="LiveId" clId="{AB7C0583-5548-4724-9A36-CB21D94789B0}" dt="2025-12-04T19:45:12.543" v="1063" actId="165"/>
          <ac:spMkLst>
            <pc:docMk/>
            <pc:sldMk cId="0" sldId="269"/>
            <ac:spMk id="755" creationId="{00000000-0000-0000-0000-000000000000}"/>
          </ac:spMkLst>
        </pc:spChg>
      </pc:sldChg>
      <pc:sldChg chg="addSp delSp modSp add mod">
        <pc:chgData name="Юлия Буталова" userId="300416bf539f5913" providerId="LiveId" clId="{AB7C0583-5548-4724-9A36-CB21D94789B0}" dt="2025-12-04T19:42:33.698" v="1044"/>
        <pc:sldMkLst>
          <pc:docMk/>
          <pc:sldMk cId="2716448145" sldId="297"/>
        </pc:sldMkLst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5" creationId="{6004A420-41FA-84AD-5B05-8BADBC01B5F7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6" creationId="{D9E23FDF-B28F-24BE-6AF7-2763E73ED936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7" creationId="{2D1CECB9-A001-A77B-A12E-94156A2346DE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9" creationId="{7E558187-7391-521C-7CCA-2F5C23F4E0F2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12" creationId="{2A924308-925D-F41D-A788-922306E4C43E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13" creationId="{49086E22-8E97-9151-CEC5-19B038A6582F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17" creationId="{5190487E-9B85-0BFA-B694-97F4982B0FFC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18" creationId="{BF7D4D88-3D8E-2AE1-95AD-B3EDA54C68EB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24" creationId="{59338B13-E55C-2544-1642-77A4D7655781}"/>
          </ac:spMkLst>
        </pc:spChg>
        <pc:spChg chg="mod">
          <ac:chgData name="Юлия Буталова" userId="300416bf539f5913" providerId="LiveId" clId="{AB7C0583-5548-4724-9A36-CB21D94789B0}" dt="2025-12-04T19:42:18.133" v="1042"/>
          <ac:spMkLst>
            <pc:docMk/>
            <pc:sldMk cId="2716448145" sldId="297"/>
            <ac:spMk id="25" creationId="{A56E5A1E-F858-5080-1C32-885799566E65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28" creationId="{8EA44A1D-6C50-E79F-95DA-81513622C5AC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29" creationId="{D58AAA86-4E78-5F7A-D12D-F0AC6DB4BF4B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31" creationId="{A23EB718-2962-C927-CEE2-86A67176D968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32" creationId="{16D0C22F-5B22-EAA6-2335-6028AFE37E16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33" creationId="{63C5F720-6D14-41C8-65C9-56FA78716D83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37" creationId="{607EFD1F-BF97-85F2-7F77-98677598781A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39" creationId="{A6301353-3903-7103-035B-DF5F97700184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43" creationId="{C073A902-03F1-4675-65A9-93BC3F08E206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44" creationId="{C56B64CD-8AB6-3AD8-EB7D-DD64DE3CEC2B}"/>
          </ac:spMkLst>
        </pc:spChg>
        <pc:spChg chg="mod">
          <ac:chgData name="Юлия Буталова" userId="300416bf539f5913" providerId="LiveId" clId="{AB7C0583-5548-4724-9A36-CB21D94789B0}" dt="2025-12-04T19:42:33.698" v="1044"/>
          <ac:spMkLst>
            <pc:docMk/>
            <pc:sldMk cId="2716448145" sldId="297"/>
            <ac:spMk id="45" creationId="{A0D1A3B3-2820-7A6C-BC53-75F7782C2B36}"/>
          </ac:spMkLst>
        </pc:spChg>
        <pc:grpChg chg="del">
          <ac:chgData name="Юлия Буталова" userId="300416bf539f5913" providerId="LiveId" clId="{AB7C0583-5548-4724-9A36-CB21D94789B0}" dt="2025-12-04T19:42:32.531" v="1043" actId="478"/>
          <ac:grpSpMkLst>
            <pc:docMk/>
            <pc:sldMk cId="2716448145" sldId="297"/>
            <ac:grpSpMk id="2" creationId="{080FFB1A-817F-3B20-F111-100086E6CEA7}"/>
          </ac:grpSpMkLst>
        </pc:grpChg>
        <pc:grpChg chg="del">
          <ac:chgData name="Юлия Буталова" userId="300416bf539f5913" providerId="LiveId" clId="{AB7C0583-5548-4724-9A36-CB21D94789B0}" dt="2025-12-04T19:42:16.630" v="1041" actId="478"/>
          <ac:grpSpMkLst>
            <pc:docMk/>
            <pc:sldMk cId="2716448145" sldId="297"/>
            <ac:grpSpMk id="593" creationId="{F59E24DA-4D3F-8D8A-F0D8-177363A74171}"/>
          </ac:grpSpMkLst>
        </pc:grpChg>
        <pc:picChg chg="add mod modCrop">
          <ac:chgData name="Юлия Буталова" userId="300416bf539f5913" providerId="LiveId" clId="{AB7C0583-5548-4724-9A36-CB21D94789B0}" dt="2025-12-01T05:44:07.398" v="702" actId="1076"/>
          <ac:picMkLst>
            <pc:docMk/>
            <pc:sldMk cId="2716448145" sldId="297"/>
            <ac:picMk id="3" creationId="{9A19C90B-3EB0-6B44-635B-872CC010B15B}"/>
          </ac:picMkLst>
        </pc:picChg>
        <pc:picChg chg="add del">
          <ac:chgData name="Юлия Буталова" userId="300416bf539f5913" providerId="LiveId" clId="{AB7C0583-5548-4724-9A36-CB21D94789B0}" dt="2025-12-01T05:43:07.499" v="692" actId="478"/>
          <ac:picMkLst>
            <pc:docMk/>
            <pc:sldMk cId="2716448145" sldId="297"/>
            <ac:picMk id="10" creationId="{26F46D34-79B0-5133-221A-C06E822D86CD}"/>
          </ac:picMkLst>
        </pc:picChg>
      </pc:sldChg>
      <pc:sldChg chg="addSp delSp modSp add mod">
        <pc:chgData name="Юлия Буталова" userId="300416bf539f5913" providerId="LiveId" clId="{AB7C0583-5548-4724-9A36-CB21D94789B0}" dt="2025-12-04T19:43:10.687" v="1048" actId="165"/>
        <pc:sldMkLst>
          <pc:docMk/>
          <pc:sldMk cId="3001010100" sldId="298"/>
        </pc:sldMkLst>
        <pc:spChg chg="mod topLvl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4" creationId="{3A2EB7CC-2586-C242-EA86-9A60632A65D4}"/>
          </ac:spMkLst>
        </pc:spChg>
        <pc:spChg chg="mod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5" creationId="{9DE1568B-374E-615B-0AB3-5C949E0BEBBD}"/>
          </ac:spMkLst>
        </pc:spChg>
        <pc:spChg chg="mod topLvl">
          <ac:chgData name="Юлия Буталова" userId="300416bf539f5913" providerId="LiveId" clId="{AB7C0583-5548-4724-9A36-CB21D94789B0}" dt="2025-12-04T19:43:01.704" v="1047" actId="165"/>
          <ac:spMkLst>
            <pc:docMk/>
            <pc:sldMk cId="3001010100" sldId="298"/>
            <ac:spMk id="6" creationId="{D6B6FDD5-5519-530F-D00C-1C084C61092C}"/>
          </ac:spMkLst>
        </pc:spChg>
        <pc:spChg chg="mod topLvl">
          <ac:chgData name="Юлия Буталова" userId="300416bf539f5913" providerId="LiveId" clId="{AB7C0583-5548-4724-9A36-CB21D94789B0}" dt="2025-12-04T19:43:01.704" v="1047" actId="165"/>
          <ac:spMkLst>
            <pc:docMk/>
            <pc:sldMk cId="3001010100" sldId="298"/>
            <ac:spMk id="7" creationId="{D5F613BF-4C47-835C-BF5F-656144263F44}"/>
          </ac:spMkLst>
        </pc:spChg>
        <pc:spChg chg="mod topLvl">
          <ac:chgData name="Юлия Буталова" userId="300416bf539f5913" providerId="LiveId" clId="{AB7C0583-5548-4724-9A36-CB21D94789B0}" dt="2025-12-04T19:43:01.704" v="1047" actId="165"/>
          <ac:spMkLst>
            <pc:docMk/>
            <pc:sldMk cId="3001010100" sldId="298"/>
            <ac:spMk id="9" creationId="{57B50D72-41F1-5642-B050-DA3DD62B58A4}"/>
          </ac:spMkLst>
        </pc:spChg>
        <pc:spChg chg="mod topLvl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12" creationId="{A27B3879-F320-C760-3D1B-0C78DC5B2345}"/>
          </ac:spMkLst>
        </pc:spChg>
        <pc:spChg chg="mod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13" creationId="{54982CDC-F987-31D8-A558-69531EEE5CB2}"/>
          </ac:spMkLst>
        </pc:spChg>
        <pc:spChg chg="mod topLvl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14" creationId="{2C86EDB0-0646-5C67-B98A-FA128C99B327}"/>
          </ac:spMkLst>
        </pc:spChg>
        <pc:spChg chg="mod topLvl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15" creationId="{B3C9BE02-312D-05F4-6CCC-007100B7FB35}"/>
          </ac:spMkLst>
        </pc:spChg>
        <pc:spChg chg="mod topLvl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16" creationId="{1EFEF5DB-3992-7868-3AA9-533E640E6AD9}"/>
          </ac:spMkLst>
        </pc:spChg>
        <pc:spChg chg="mod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18" creationId="{59E14695-0418-11CB-430D-C7C24AC2A575}"/>
          </ac:spMkLst>
        </pc:spChg>
        <pc:spChg chg="mod topLvl">
          <ac:chgData name="Юлия Буталова" userId="300416bf539f5913" providerId="LiveId" clId="{AB7C0583-5548-4724-9A36-CB21D94789B0}" dt="2025-12-04T19:43:01.704" v="1047" actId="165"/>
          <ac:spMkLst>
            <pc:docMk/>
            <pc:sldMk cId="3001010100" sldId="298"/>
            <ac:spMk id="22" creationId="{DE02C3C9-22F8-AFA2-044A-EAE941880944}"/>
          </ac:spMkLst>
        </pc:spChg>
        <pc:spChg chg="mod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23" creationId="{F7C49EDE-883B-496C-334A-D6591A29F035}"/>
          </ac:spMkLst>
        </pc:spChg>
        <pc:spChg chg="mod topLvl">
          <ac:chgData name="Юлия Буталова" userId="300416bf539f5913" providerId="LiveId" clId="{AB7C0583-5548-4724-9A36-CB21D94789B0}" dt="2025-12-04T19:43:10.687" v="1048" actId="165"/>
          <ac:spMkLst>
            <pc:docMk/>
            <pc:sldMk cId="3001010100" sldId="298"/>
            <ac:spMk id="25" creationId="{1935175B-2FBF-08D2-B0FA-1F189F764689}"/>
          </ac:spMkLst>
        </pc:spChg>
        <pc:grpChg chg="del">
          <ac:chgData name="Юлия Буталова" userId="300416bf539f5913" providerId="LiveId" clId="{AB7C0583-5548-4724-9A36-CB21D94789B0}" dt="2025-12-04T19:42:47.728" v="1045" actId="478"/>
          <ac:grpSpMkLst>
            <pc:docMk/>
            <pc:sldMk cId="3001010100" sldId="298"/>
            <ac:grpSpMk id="593" creationId="{62DBB679-B3B5-DD68-76AE-3C3CF1B65709}"/>
          </ac:grpSpMkLst>
        </pc:grpChg>
        <pc:picChg chg="add mod">
          <ac:chgData name="Юлия Буталова" userId="300416bf539f5913" providerId="LiveId" clId="{AB7C0583-5548-4724-9A36-CB21D94789B0}" dt="2025-12-01T05:45:36.211" v="713" actId="14100"/>
          <ac:picMkLst>
            <pc:docMk/>
            <pc:sldMk cId="3001010100" sldId="298"/>
            <ac:picMk id="3" creationId="{F3409B33-B4A1-862A-4684-BA9FE632B6D4}"/>
          </ac:picMkLst>
        </pc:picChg>
      </pc:sldChg>
      <pc:sldChg chg="addSp delSp modSp add mod">
        <pc:chgData name="Юлия Буталова" userId="300416bf539f5913" providerId="LiveId" clId="{AB7C0583-5548-4724-9A36-CB21D94789B0}" dt="2025-12-04T19:43:53.490" v="1054" actId="1076"/>
        <pc:sldMkLst>
          <pc:docMk/>
          <pc:sldMk cId="637394480" sldId="299"/>
        </pc:sldMkLst>
        <pc:spChg chg="mod topLvl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594" creationId="{A4FF2E65-774A-DCC9-EA10-C33802CBC023}"/>
          </ac:spMkLst>
        </pc:spChg>
        <pc:spChg chg="mod topLvl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596" creationId="{454ABF99-9FC9-59FD-1032-24423744E41E}"/>
          </ac:spMkLst>
        </pc:spChg>
        <pc:spChg chg="mod topLvl">
          <ac:chgData name="Юлия Буталова" userId="300416bf539f5913" providerId="LiveId" clId="{AB7C0583-5548-4724-9A36-CB21D94789B0}" dt="2025-12-04T19:43:34.703" v="1050" actId="1076"/>
          <ac:spMkLst>
            <pc:docMk/>
            <pc:sldMk cId="637394480" sldId="299"/>
            <ac:spMk id="597" creationId="{E47C47C6-34D8-4FBD-6969-2C4C59CE188D}"/>
          </ac:spMkLst>
        </pc:spChg>
        <pc:spChg chg="mod topLvl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598" creationId="{F4ED4B82-7B3C-FFF9-0AAF-898F418DDB58}"/>
          </ac:spMkLst>
        </pc:spChg>
        <pc:spChg chg="mod topLvl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599" creationId="{AB12FE37-1F51-95B3-AB75-E91ADF16BE20}"/>
          </ac:spMkLst>
        </pc:spChg>
        <pc:spChg chg="mod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601" creationId="{2DEA0099-9428-6302-BDBB-289223564ECA}"/>
          </ac:spMkLst>
        </pc:spChg>
        <pc:spChg chg="mod">
          <ac:chgData name="Юлия Буталова" userId="300416bf539f5913" providerId="LiveId" clId="{AB7C0583-5548-4724-9A36-CB21D94789B0}" dt="2025-12-04T19:43:53.490" v="1054" actId="1076"/>
          <ac:spMkLst>
            <pc:docMk/>
            <pc:sldMk cId="637394480" sldId="299"/>
            <ac:spMk id="603" creationId="{DBEB8FB0-D4B9-BDEB-2BE1-012EB05F1C71}"/>
          </ac:spMkLst>
        </pc:spChg>
        <pc:spChg chg="mod topLvl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604" creationId="{A6574026-ED35-316E-E73C-0F6D408D84F9}"/>
          </ac:spMkLst>
        </pc:spChg>
        <pc:spChg chg="mod topLvl">
          <ac:chgData name="Юлия Буталова" userId="300416bf539f5913" providerId="LiveId" clId="{AB7C0583-5548-4724-9A36-CB21D94789B0}" dt="2025-12-04T19:43:34.703" v="1050" actId="1076"/>
          <ac:spMkLst>
            <pc:docMk/>
            <pc:sldMk cId="637394480" sldId="299"/>
            <ac:spMk id="605" creationId="{4141607F-02FA-BF30-6037-D31C4E6111C5}"/>
          </ac:spMkLst>
        </pc:spChg>
        <pc:spChg chg="mod topLvl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606" creationId="{57C3DBA5-0C6B-9361-ED3D-D0899AD59AA2}"/>
          </ac:spMkLst>
        </pc:spChg>
        <pc:spChg chg="mod">
          <ac:chgData name="Юлия Буталова" userId="300416bf539f5913" providerId="LiveId" clId="{AB7C0583-5548-4724-9A36-CB21D94789B0}" dt="2025-12-04T19:43:49.380" v="1053" actId="1076"/>
          <ac:spMkLst>
            <pc:docMk/>
            <pc:sldMk cId="637394480" sldId="299"/>
            <ac:spMk id="607" creationId="{7D1652CA-6845-F795-73DA-9B6FF461759E}"/>
          </ac:spMkLst>
        </pc:spChg>
        <pc:spChg chg="mod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608" creationId="{4C872843-E813-78B1-E031-B42CD17A3725}"/>
          </ac:spMkLst>
        </pc:spChg>
        <pc:spChg chg="mod topLvl">
          <ac:chgData name="Юлия Буталова" userId="300416bf539f5913" providerId="LiveId" clId="{AB7C0583-5548-4724-9A36-CB21D94789B0}" dt="2025-12-04T19:43:34.703" v="1050" actId="1076"/>
          <ac:spMkLst>
            <pc:docMk/>
            <pc:sldMk cId="637394480" sldId="299"/>
            <ac:spMk id="609" creationId="{26145BF4-25F6-574D-0E3A-1868AB9B8FEE}"/>
          </ac:spMkLst>
        </pc:spChg>
        <pc:spChg chg="mod">
          <ac:chgData name="Юлия Буталова" userId="300416bf539f5913" providerId="LiveId" clId="{AB7C0583-5548-4724-9A36-CB21D94789B0}" dt="2025-12-04T19:43:35.569" v="1051" actId="1076"/>
          <ac:spMkLst>
            <pc:docMk/>
            <pc:sldMk cId="637394480" sldId="299"/>
            <ac:spMk id="611" creationId="{BCEDCB94-B5C7-B925-FE13-4C36FA679FD5}"/>
          </ac:spMkLst>
        </pc:spChg>
        <pc:spChg chg="mod topLvl">
          <ac:chgData name="Юлия Буталова" userId="300416bf539f5913" providerId="LiveId" clId="{AB7C0583-5548-4724-9A36-CB21D94789B0}" dt="2025-12-04T19:43:34.703" v="1050" actId="1076"/>
          <ac:spMkLst>
            <pc:docMk/>
            <pc:sldMk cId="637394480" sldId="299"/>
            <ac:spMk id="613" creationId="{41C8D256-BDDE-292C-279D-026A885D6D73}"/>
          </ac:spMkLst>
        </pc:spChg>
        <pc:picChg chg="add mod modCrop">
          <ac:chgData name="Юлия Буталова" userId="300416bf539f5913" providerId="LiveId" clId="{AB7C0583-5548-4724-9A36-CB21D94789B0}" dt="2025-12-01T06:07:52.375" v="967" actId="14100"/>
          <ac:picMkLst>
            <pc:docMk/>
            <pc:sldMk cId="637394480" sldId="299"/>
            <ac:picMk id="4" creationId="{C525BD31-6266-104D-6AB9-A8D842867CDE}"/>
          </ac:picMkLst>
        </pc:picChg>
        <pc:picChg chg="mod modCrop">
          <ac:chgData name="Юлия Буталова" userId="300416bf539f5913" providerId="LiveId" clId="{AB7C0583-5548-4724-9A36-CB21D94789B0}" dt="2025-12-01T05:47:17.839" v="725" actId="732"/>
          <ac:picMkLst>
            <pc:docMk/>
            <pc:sldMk cId="637394480" sldId="299"/>
            <ac:picMk id="10" creationId="{0245B4C1-02BA-AF9E-6408-CEBD2C3FFEE8}"/>
          </ac:picMkLst>
        </pc:picChg>
      </pc:sldChg>
      <pc:sldChg chg="addSp delSp modSp add mod">
        <pc:chgData name="Юлия Буталова" userId="300416bf539f5913" providerId="LiveId" clId="{AB7C0583-5548-4724-9A36-CB21D94789B0}" dt="2025-12-04T19:44:31.019" v="1058" actId="1076"/>
        <pc:sldMkLst>
          <pc:docMk/>
          <pc:sldMk cId="3585498172" sldId="300"/>
        </pc:sldMkLst>
        <pc:spChg chg="mod">
          <ac:chgData name="Юлия Буталова" userId="300416bf539f5913" providerId="LiveId" clId="{AB7C0583-5548-4724-9A36-CB21D94789B0}" dt="2025-12-01T05:57:16.762" v="812"/>
          <ac:spMkLst>
            <pc:docMk/>
            <pc:sldMk cId="3585498172" sldId="300"/>
            <ac:spMk id="24" creationId="{65394A40-3C93-1B3F-8973-BD5580C56879}"/>
          </ac:spMkLst>
        </pc:spChg>
        <pc:spChg chg="mod">
          <ac:chgData name="Юлия Буталова" userId="300416bf539f5913" providerId="LiveId" clId="{AB7C0583-5548-4724-9A36-CB21D94789B0}" dt="2025-12-01T05:56:50.817" v="809" actId="20577"/>
          <ac:spMkLst>
            <pc:docMk/>
            <pc:sldMk cId="3585498172" sldId="300"/>
            <ac:spMk id="25" creationId="{C9202C83-6B29-2B5B-9A14-5E5DC287C007}"/>
          </ac:spMkLst>
        </pc:spChg>
        <pc:spChg chg="mod">
          <ac:chgData name="Юлия Буталова" userId="300416bf539f5913" providerId="LiveId" clId="{AB7C0583-5548-4724-9A36-CB21D94789B0}" dt="2025-12-01T05:57:16.762" v="812"/>
          <ac:spMkLst>
            <pc:docMk/>
            <pc:sldMk cId="3585498172" sldId="300"/>
            <ac:spMk id="26" creationId="{F9747778-2056-22FD-4C70-8C8E0BA56C7E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27" creationId="{B1F460F8-C118-17AA-A510-7C9980F6D33D}"/>
          </ac:spMkLst>
        </pc:spChg>
        <pc:spChg chg="mod">
          <ac:chgData name="Юлия Буталова" userId="300416bf539f5913" providerId="LiveId" clId="{AB7C0583-5548-4724-9A36-CB21D94789B0}" dt="2025-12-01T05:56:23.055" v="805" actId="1076"/>
          <ac:spMkLst>
            <pc:docMk/>
            <pc:sldMk cId="3585498172" sldId="300"/>
            <ac:spMk id="28" creationId="{4B49D0DE-B0C2-03D2-41CC-6213B3C9D7DB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30" creationId="{200C9745-0413-26DD-240B-EAEFA63F7630}"/>
          </ac:spMkLst>
        </pc:spChg>
        <pc:spChg chg="mod">
          <ac:chgData name="Юлия Буталова" userId="300416bf539f5913" providerId="LiveId" clId="{AB7C0583-5548-4724-9A36-CB21D94789B0}" dt="2025-12-01T05:56:26.718" v="806" actId="1076"/>
          <ac:spMkLst>
            <pc:docMk/>
            <pc:sldMk cId="3585498172" sldId="300"/>
            <ac:spMk id="31" creationId="{E51A7A3A-CECF-D478-B0C4-357D3F6ED1CC}"/>
          </ac:spMkLst>
        </pc:spChg>
        <pc:spChg chg="mod">
          <ac:chgData name="Юлия Буталова" userId="300416bf539f5913" providerId="LiveId" clId="{AB7C0583-5548-4724-9A36-CB21D94789B0}" dt="2025-12-01T05:56:19.232" v="804" actId="1076"/>
          <ac:spMkLst>
            <pc:docMk/>
            <pc:sldMk cId="3585498172" sldId="300"/>
            <ac:spMk id="32" creationId="{509585D5-6A76-9314-D1DB-265DD13E6EA4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34" creationId="{A71185B6-7B03-E063-57DA-F4A0C006F442}"/>
          </ac:spMkLst>
        </pc:spChg>
        <pc:spChg chg="mod">
          <ac:chgData name="Юлия Буталова" userId="300416bf539f5913" providerId="LiveId" clId="{AB7C0583-5548-4724-9A36-CB21D94789B0}" dt="2025-12-01T05:57:16.762" v="812"/>
          <ac:spMkLst>
            <pc:docMk/>
            <pc:sldMk cId="3585498172" sldId="300"/>
            <ac:spMk id="35" creationId="{4676EC81-D7CE-83C9-DA78-E8584BB25A98}"/>
          </ac:spMkLst>
        </pc:spChg>
        <pc:spChg chg="mod">
          <ac:chgData name="Юлия Буталова" userId="300416bf539f5913" providerId="LiveId" clId="{AB7C0583-5548-4724-9A36-CB21D94789B0}" dt="2025-12-01T05:57:16.762" v="812"/>
          <ac:spMkLst>
            <pc:docMk/>
            <pc:sldMk cId="3585498172" sldId="300"/>
            <ac:spMk id="37" creationId="{553D5416-8189-02E6-64C9-C017B1BA5464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38" creationId="{E52202CA-8D1D-F63C-5EB9-3C3120A0A1A4}"/>
          </ac:spMkLst>
        </pc:spChg>
        <pc:spChg chg="mod topLvl">
          <ac:chgData name="Юлия Буталова" userId="300416bf539f5913" providerId="LiveId" clId="{AB7C0583-5548-4724-9A36-CB21D94789B0}" dt="2025-12-04T19:44:31.019" v="1058" actId="1076"/>
          <ac:spMkLst>
            <pc:docMk/>
            <pc:sldMk cId="3585498172" sldId="300"/>
            <ac:spMk id="39" creationId="{A78B4BB1-FE0A-6C59-6135-57FA8D8CA04B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40" creationId="{849B73AD-0397-52FA-63A6-6D62978DD820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41" creationId="{7BDD3CB1-55BD-F918-D1A2-CE749CCE6098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42" creationId="{1B2FDAD1-E23F-2A85-85C3-53225BD8F430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43" creationId="{F161FC65-2E58-A8DA-5A1A-FDB91BD25F74}"/>
          </ac:spMkLst>
        </pc:spChg>
        <pc:spChg chg="mod">
          <ac:chgData name="Юлия Буталова" userId="300416bf539f5913" providerId="LiveId" clId="{AB7C0583-5548-4724-9A36-CB21D94789B0}" dt="2025-12-04T19:44:27.211" v="1057" actId="1076"/>
          <ac:spMkLst>
            <pc:docMk/>
            <pc:sldMk cId="3585498172" sldId="300"/>
            <ac:spMk id="44" creationId="{367C6B48-9155-43D0-7BD6-BF7AD4A34739}"/>
          </ac:spMkLst>
        </pc:spChg>
        <pc:spChg chg="mod topLvl">
          <ac:chgData name="Юлия Буталова" userId="300416bf539f5913" providerId="LiveId" clId="{AB7C0583-5548-4724-9A36-CB21D94789B0}" dt="2025-12-04T19:44:09.833" v="1055" actId="165"/>
          <ac:spMkLst>
            <pc:docMk/>
            <pc:sldMk cId="3585498172" sldId="300"/>
            <ac:spMk id="45" creationId="{CADBB99A-165C-EE7F-83E7-7F70FBE803DC}"/>
          </ac:spMkLst>
        </pc:spChg>
        <pc:spChg chg="mod">
          <ac:chgData name="Юлия Буталова" userId="300416bf539f5913" providerId="LiveId" clId="{AB7C0583-5548-4724-9A36-CB21D94789B0}" dt="2025-12-01T05:57:16.762" v="812"/>
          <ac:spMkLst>
            <pc:docMk/>
            <pc:sldMk cId="3585498172" sldId="300"/>
            <ac:spMk id="46" creationId="{46DAE9EB-0F57-0E71-57A0-B5A862EB6D9A}"/>
          </ac:spMkLst>
        </pc:spChg>
        <pc:spChg chg="mod">
          <ac:chgData name="Юлия Буталова" userId="300416bf539f5913" providerId="LiveId" clId="{AB7C0583-5548-4724-9A36-CB21D94789B0}" dt="2025-12-01T05:52:59.882" v="744" actId="1076"/>
          <ac:spMkLst>
            <pc:docMk/>
            <pc:sldMk cId="3585498172" sldId="300"/>
            <ac:spMk id="522" creationId="{37326DEB-8C00-20AB-E235-D053460A0D99}"/>
          </ac:spMkLst>
        </pc:spChg>
        <pc:spChg chg="mod">
          <ac:chgData name="Юлия Буталова" userId="300416bf539f5913" providerId="LiveId" clId="{AB7C0583-5548-4724-9A36-CB21D94789B0}" dt="2025-12-01T05:56:08.389" v="802" actId="1076"/>
          <ac:spMkLst>
            <pc:docMk/>
            <pc:sldMk cId="3585498172" sldId="300"/>
            <ac:spMk id="527" creationId="{4FB2244D-4BDC-03CB-0F8F-A04FAD5D2300}"/>
          </ac:spMkLst>
        </pc:spChg>
      </pc:sldChg>
      <pc:sldChg chg="add">
        <pc:chgData name="Юлия Буталова" userId="300416bf539f5913" providerId="LiveId" clId="{AB7C0583-5548-4724-9A36-CB21D94789B0}" dt="2025-12-01T06:05:19.239" v="934"/>
        <pc:sldMkLst>
          <pc:docMk/>
          <pc:sldMk cId="594769163" sldId="301"/>
        </pc:sldMkLst>
      </pc:sldChg>
      <pc:sldMasterChg chg="delSldLayout">
        <pc:chgData name="Юлия Буталова" userId="300416bf539f5913" providerId="LiveId" clId="{AB7C0583-5548-4724-9A36-CB21D94789B0}" dt="2025-12-01T06:06:02.796" v="945" actId="47"/>
        <pc:sldMasterMkLst>
          <pc:docMk/>
          <pc:sldMasterMk cId="0" sldId="214748366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93965915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93965915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55E84FC4-51A8-D473-431E-557CC599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54dda1946d_4_2726:notes">
            <a:extLst>
              <a:ext uri="{FF2B5EF4-FFF2-40B4-BE49-F238E27FC236}">
                <a16:creationId xmlns:a16="http://schemas.microsoft.com/office/drawing/2014/main" id="{FFC45922-C039-0FCA-8303-9945D0AD4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54dda1946d_4_2726:notes">
            <a:extLst>
              <a:ext uri="{FF2B5EF4-FFF2-40B4-BE49-F238E27FC236}">
                <a16:creationId xmlns:a16="http://schemas.microsoft.com/office/drawing/2014/main" id="{60FC247C-A272-594A-16B3-A024A3A0A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40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663C2733-2473-8E19-1EAB-032E617B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54dda1946d_4_2726:notes">
            <a:extLst>
              <a:ext uri="{FF2B5EF4-FFF2-40B4-BE49-F238E27FC236}">
                <a16:creationId xmlns:a16="http://schemas.microsoft.com/office/drawing/2014/main" id="{9F757803-28FD-50C5-C1BB-2977DB843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54dda1946d_4_2726:notes">
            <a:extLst>
              <a:ext uri="{FF2B5EF4-FFF2-40B4-BE49-F238E27FC236}">
                <a16:creationId xmlns:a16="http://schemas.microsoft.com/office/drawing/2014/main" id="{C5DB6954-59FA-2DE8-1BEA-0C03D176C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077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317C5687-7886-9701-7C57-9B9D1F26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54dda1946d_4_2726:notes">
            <a:extLst>
              <a:ext uri="{FF2B5EF4-FFF2-40B4-BE49-F238E27FC236}">
                <a16:creationId xmlns:a16="http://schemas.microsoft.com/office/drawing/2014/main" id="{7F47E24C-4813-1254-EFFF-CB11D3DDE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54dda1946d_4_2726:notes">
            <a:extLst>
              <a:ext uri="{FF2B5EF4-FFF2-40B4-BE49-F238E27FC236}">
                <a16:creationId xmlns:a16="http://schemas.microsoft.com/office/drawing/2014/main" id="{915C4D10-FA82-94E0-5000-5F73BAF69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8806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>
          <a:extLst>
            <a:ext uri="{FF2B5EF4-FFF2-40B4-BE49-F238E27FC236}">
              <a16:creationId xmlns:a16="http://schemas.microsoft.com/office/drawing/2014/main" id="{9020344D-5D7A-4056-6B2B-B9BC34D9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84d99d1a72_0_2:notes">
            <a:extLst>
              <a:ext uri="{FF2B5EF4-FFF2-40B4-BE49-F238E27FC236}">
                <a16:creationId xmlns:a16="http://schemas.microsoft.com/office/drawing/2014/main" id="{A983D280-CDF4-F41C-F9E2-8D58B28A9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84d99d1a72_0_2:notes">
            <a:extLst>
              <a:ext uri="{FF2B5EF4-FFF2-40B4-BE49-F238E27FC236}">
                <a16:creationId xmlns:a16="http://schemas.microsoft.com/office/drawing/2014/main" id="{A4DF613F-9FF6-36B6-5812-1B7BC8BE1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3135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73A8A63E-773C-5B93-B94F-9BD743E8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dfce81f19_0_45:notes">
            <a:extLst>
              <a:ext uri="{FF2B5EF4-FFF2-40B4-BE49-F238E27FC236}">
                <a16:creationId xmlns:a16="http://schemas.microsoft.com/office/drawing/2014/main" id="{DF154B57-E242-3E12-8DF3-1008D2956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dfce81f19_0_45:notes">
            <a:extLst>
              <a:ext uri="{FF2B5EF4-FFF2-40B4-BE49-F238E27FC236}">
                <a16:creationId xmlns:a16="http://schemas.microsoft.com/office/drawing/2014/main" id="{3692E4F6-D595-8B23-01DC-F465D3BB3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51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0" name="Google Shape;10;p2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738925" y="1235288"/>
            <a:ext cx="5666100" cy="210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739019" y="3432363"/>
            <a:ext cx="5666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9" name="Google Shape;19;p3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047175" y="277580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525800"/>
            <a:ext cx="1731600" cy="10140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>
            <a:spLocks noGrp="1"/>
          </p:cNvSpPr>
          <p:nvPr>
            <p:ph type="pic" idx="3"/>
          </p:nvPr>
        </p:nvSpPr>
        <p:spPr>
          <a:xfrm>
            <a:off x="713225" y="1200862"/>
            <a:ext cx="2760600" cy="2741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5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38" name="Google Shape;38;p5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4923249" y="2762675"/>
            <a:ext cx="2505600" cy="14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1715375" y="2762675"/>
            <a:ext cx="2505600" cy="14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1715375" y="2383429"/>
            <a:ext cx="2505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4923250" y="2383429"/>
            <a:ext cx="2505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6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50" name="Google Shape;50;p6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7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58" name="Google Shape;58;p7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811975" y="13150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ubTitle" idx="1"/>
          </p:nvPr>
        </p:nvSpPr>
        <p:spPr>
          <a:xfrm>
            <a:off x="811975" y="1887700"/>
            <a:ext cx="4294800" cy="20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643775" y="922900"/>
            <a:ext cx="2787000" cy="3453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8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68" name="Google Shape;68;p8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9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76" name="Google Shape;76;p9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>
            <a:spLocks noGrp="1"/>
          </p:cNvSpPr>
          <p:nvPr>
            <p:ph type="pic" idx="2"/>
          </p:nvPr>
        </p:nvSpPr>
        <p:spPr>
          <a:xfrm>
            <a:off x="-22325" y="-21050"/>
            <a:ext cx="9201900" cy="5164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1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88" name="Google Shape;88;p11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3" name="Google Shape;9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18138"/>
            <a:ext cx="6576000" cy="1396200"/>
          </a:xfrm>
          <a:prstGeom prst="rect">
            <a:avLst/>
          </a:prstGeom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4" name="Google Shape;94;p11"/>
          <p:cNvSpPr txBox="1">
            <a:spLocks noGrp="1"/>
          </p:cNvSpPr>
          <p:nvPr>
            <p:ph type="subTitle" idx="1"/>
          </p:nvPr>
        </p:nvSpPr>
        <p:spPr>
          <a:xfrm>
            <a:off x="1284000" y="31282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3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98" name="Google Shape;98;p13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400" y="1504162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400" y="3090116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75" y="1504162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75" y="3090116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50" y="1504162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50" y="3090116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>
            <a:off x="720000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8"/>
          </p:nvPr>
        </p:nvSpPr>
        <p:spPr>
          <a:xfrm>
            <a:off x="3419275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9"/>
          </p:nvPr>
        </p:nvSpPr>
        <p:spPr>
          <a:xfrm>
            <a:off x="6118550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3"/>
          </p:nvPr>
        </p:nvSpPr>
        <p:spPr>
          <a:xfrm>
            <a:off x="720000" y="3799263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4"/>
          </p:nvPr>
        </p:nvSpPr>
        <p:spPr>
          <a:xfrm>
            <a:off x="3419275" y="3799263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5"/>
          </p:nvPr>
        </p:nvSpPr>
        <p:spPr>
          <a:xfrm>
            <a:off x="6118550" y="3799263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4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18" name="Google Shape;118;p14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subTitle" idx="1"/>
          </p:nvPr>
        </p:nvSpPr>
        <p:spPr>
          <a:xfrm>
            <a:off x="2363650" y="1515162"/>
            <a:ext cx="4854000" cy="7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ubTitle" idx="2"/>
          </p:nvPr>
        </p:nvSpPr>
        <p:spPr>
          <a:xfrm>
            <a:off x="2363644" y="2628674"/>
            <a:ext cx="4854000" cy="7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subTitle" idx="3"/>
          </p:nvPr>
        </p:nvSpPr>
        <p:spPr>
          <a:xfrm>
            <a:off x="2363652" y="3742174"/>
            <a:ext cx="4854000" cy="7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4"/>
          </p:nvPr>
        </p:nvSpPr>
        <p:spPr>
          <a:xfrm>
            <a:off x="2363650" y="1133338"/>
            <a:ext cx="4854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subTitle" idx="5"/>
          </p:nvPr>
        </p:nvSpPr>
        <p:spPr>
          <a:xfrm>
            <a:off x="2363655" y="2246850"/>
            <a:ext cx="4854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subTitle" idx="6"/>
          </p:nvPr>
        </p:nvSpPr>
        <p:spPr>
          <a:xfrm>
            <a:off x="2363659" y="3360350"/>
            <a:ext cx="4854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5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32" name="Google Shape;132;p15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7" name="Google Shape;13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subTitle" idx="1"/>
          </p:nvPr>
        </p:nvSpPr>
        <p:spPr>
          <a:xfrm>
            <a:off x="1598950" y="175307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subTitle" idx="2"/>
          </p:nvPr>
        </p:nvSpPr>
        <p:spPr>
          <a:xfrm>
            <a:off x="5477578" y="175307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3"/>
          </p:nvPr>
        </p:nvSpPr>
        <p:spPr>
          <a:xfrm>
            <a:off x="1598950" y="329872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4"/>
          </p:nvPr>
        </p:nvSpPr>
        <p:spPr>
          <a:xfrm>
            <a:off x="5477578" y="329872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subTitle" idx="5"/>
          </p:nvPr>
        </p:nvSpPr>
        <p:spPr>
          <a:xfrm>
            <a:off x="1598951" y="13717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6"/>
          </p:nvPr>
        </p:nvSpPr>
        <p:spPr>
          <a:xfrm>
            <a:off x="1598951" y="29175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subTitle" idx="7"/>
          </p:nvPr>
        </p:nvSpPr>
        <p:spPr>
          <a:xfrm>
            <a:off x="5477563" y="13717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subTitle" idx="8"/>
          </p:nvPr>
        </p:nvSpPr>
        <p:spPr>
          <a:xfrm>
            <a:off x="5477563" y="29175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6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48" name="Google Shape;148;p16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subTitle" idx="1"/>
          </p:nvPr>
        </p:nvSpPr>
        <p:spPr>
          <a:xfrm>
            <a:off x="801000" y="1753075"/>
            <a:ext cx="23337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2"/>
          </p:nvPr>
        </p:nvSpPr>
        <p:spPr>
          <a:xfrm>
            <a:off x="3410347" y="1753079"/>
            <a:ext cx="2319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ubTitle" idx="3"/>
          </p:nvPr>
        </p:nvSpPr>
        <p:spPr>
          <a:xfrm>
            <a:off x="801075" y="3298725"/>
            <a:ext cx="23337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subTitle" idx="4"/>
          </p:nvPr>
        </p:nvSpPr>
        <p:spPr>
          <a:xfrm>
            <a:off x="3410348" y="3298726"/>
            <a:ext cx="2319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5"/>
          </p:nvPr>
        </p:nvSpPr>
        <p:spPr>
          <a:xfrm>
            <a:off x="6007901" y="1753080"/>
            <a:ext cx="23289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subTitle" idx="6"/>
          </p:nvPr>
        </p:nvSpPr>
        <p:spPr>
          <a:xfrm>
            <a:off x="6007902" y="3298726"/>
            <a:ext cx="23289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7"/>
          </p:nvPr>
        </p:nvSpPr>
        <p:spPr>
          <a:xfrm>
            <a:off x="800875" y="1371775"/>
            <a:ext cx="23337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8"/>
          </p:nvPr>
        </p:nvSpPr>
        <p:spPr>
          <a:xfrm>
            <a:off x="3417192" y="1371775"/>
            <a:ext cx="2310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ubTitle" idx="9"/>
          </p:nvPr>
        </p:nvSpPr>
        <p:spPr>
          <a:xfrm>
            <a:off x="6003225" y="1371775"/>
            <a:ext cx="23289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subTitle" idx="13"/>
          </p:nvPr>
        </p:nvSpPr>
        <p:spPr>
          <a:xfrm>
            <a:off x="801075" y="2917575"/>
            <a:ext cx="23337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ubTitle" idx="14"/>
          </p:nvPr>
        </p:nvSpPr>
        <p:spPr>
          <a:xfrm>
            <a:off x="3417189" y="2917574"/>
            <a:ext cx="2310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subTitle" idx="15"/>
          </p:nvPr>
        </p:nvSpPr>
        <p:spPr>
          <a:xfrm>
            <a:off x="6012490" y="2917575"/>
            <a:ext cx="2319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7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68" name="Google Shape;168;p17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3" name="Google Shape;173;p17"/>
          <p:cNvSpPr txBox="1">
            <a:spLocks noGrp="1"/>
          </p:cNvSpPr>
          <p:nvPr>
            <p:ph type="title" hasCustomPrompt="1"/>
          </p:nvPr>
        </p:nvSpPr>
        <p:spPr>
          <a:xfrm>
            <a:off x="798388" y="2751471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4" name="Google Shape;174;p17"/>
          <p:cNvSpPr txBox="1">
            <a:spLocks noGrp="1"/>
          </p:cNvSpPr>
          <p:nvPr>
            <p:ph type="subTitle" idx="1"/>
          </p:nvPr>
        </p:nvSpPr>
        <p:spPr>
          <a:xfrm>
            <a:off x="798400" y="3678522"/>
            <a:ext cx="34926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40485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3"/>
          </p:nvPr>
        </p:nvSpPr>
        <p:spPr>
          <a:xfrm>
            <a:off x="2825700" y="1967824"/>
            <a:ext cx="34926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751471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5"/>
          </p:nvPr>
        </p:nvSpPr>
        <p:spPr>
          <a:xfrm>
            <a:off x="4853025" y="3678522"/>
            <a:ext cx="34926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19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91" name="Google Shape;191;p19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20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98" name="Google Shape;198;p20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 Black"/>
              <a:buNone/>
              <a:defRPr sz="3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9.xml"/><Relationship Id="rId17" Type="http://schemas.openxmlformats.org/officeDocument/2006/relationships/slide" Target="slide15.xml"/><Relationship Id="rId2" Type="http://schemas.openxmlformats.org/officeDocument/2006/relationships/notesSlide" Target="../notesSlides/notesSlide1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10.xml"/><Relationship Id="rId5" Type="http://schemas.openxmlformats.org/officeDocument/2006/relationships/slide" Target="slide2.xml"/><Relationship Id="rId15" Type="http://schemas.openxmlformats.org/officeDocument/2006/relationships/slide" Target="slide16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7.xml"/><Relationship Id="rId14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9.xml"/><Relationship Id="rId17" Type="http://schemas.openxmlformats.org/officeDocument/2006/relationships/slide" Target="slide15.xml"/><Relationship Id="rId2" Type="http://schemas.openxmlformats.org/officeDocument/2006/relationships/notesSlide" Target="../notesSlides/notesSlide2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4.xml"/><Relationship Id="rId11" Type="http://schemas.openxmlformats.org/officeDocument/2006/relationships/slide" Target="slide10.xml"/><Relationship Id="rId5" Type="http://schemas.openxmlformats.org/officeDocument/2006/relationships/slide" Target="slide2.xml"/><Relationship Id="rId15" Type="http://schemas.openxmlformats.org/officeDocument/2006/relationships/slide" Target="slide16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7.xml"/><Relationship Id="rId1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9.xml"/><Relationship Id="rId17" Type="http://schemas.openxmlformats.org/officeDocument/2006/relationships/slide" Target="slide15.xml"/><Relationship Id="rId2" Type="http://schemas.openxmlformats.org/officeDocument/2006/relationships/notesSlide" Target="../notesSlides/notesSlide3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11" Type="http://schemas.openxmlformats.org/officeDocument/2006/relationships/slide" Target="slide10.xml"/><Relationship Id="rId5" Type="http://schemas.openxmlformats.org/officeDocument/2006/relationships/slide" Target="slide2.xml"/><Relationship Id="rId15" Type="http://schemas.openxmlformats.org/officeDocument/2006/relationships/slide" Target="slide16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7.xml"/><Relationship Id="rId14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4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19" Type="http://schemas.openxmlformats.org/officeDocument/2006/relationships/image" Target="../media/image1.jpeg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5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6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7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8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9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10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11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9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19" Type="http://schemas.openxmlformats.org/officeDocument/2006/relationships/image" Target="../media/image2.png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9.xml"/><Relationship Id="rId18" Type="http://schemas.openxmlformats.org/officeDocument/2006/relationships/slide" Target="slide15.xml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12" Type="http://schemas.openxmlformats.org/officeDocument/2006/relationships/slide" Target="slide10.xml"/><Relationship Id="rId17" Type="http://schemas.openxmlformats.org/officeDocument/2006/relationships/slide" Target="slide17.xml"/><Relationship Id="rId2" Type="http://schemas.openxmlformats.org/officeDocument/2006/relationships/notesSlide" Target="../notesSlides/notesSlide12.xml"/><Relationship Id="rId16" Type="http://schemas.openxmlformats.org/officeDocument/2006/relationships/slide" Target="slide16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9.xml"/><Relationship Id="rId6" Type="http://schemas.openxmlformats.org/officeDocument/2006/relationships/slide" Target="slide2.xml"/><Relationship Id="rId11" Type="http://schemas.openxmlformats.org/officeDocument/2006/relationships/slide" Target="slide8.xml"/><Relationship Id="rId5" Type="http://schemas.openxmlformats.org/officeDocument/2006/relationships/slide" Target="slide3.xml"/><Relationship Id="rId15" Type="http://schemas.openxmlformats.org/officeDocument/2006/relationships/slide" Target="slide12.xml"/><Relationship Id="rId10" Type="http://schemas.openxmlformats.org/officeDocument/2006/relationships/slide" Target="slide7.xml"/><Relationship Id="rId19" Type="http://schemas.openxmlformats.org/officeDocument/2006/relationships/slide" Target="slide18.xml"/><Relationship Id="rId4" Type="http://schemas.openxmlformats.org/officeDocument/2006/relationships/image" Target="../media/image3.png"/><Relationship Id="rId9" Type="http://schemas.openxmlformats.org/officeDocument/2006/relationships/slide" Target="slide6.xml"/><Relationship Id="rId1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9.xml"/><Relationship Id="rId18" Type="http://schemas.openxmlformats.org/officeDocument/2006/relationships/slide" Target="slide15.xml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12" Type="http://schemas.openxmlformats.org/officeDocument/2006/relationships/slide" Target="slide10.xml"/><Relationship Id="rId17" Type="http://schemas.openxmlformats.org/officeDocument/2006/relationships/slide" Target="slide17.xml"/><Relationship Id="rId2" Type="http://schemas.openxmlformats.org/officeDocument/2006/relationships/notesSlide" Target="../notesSlides/notesSlide13.xml"/><Relationship Id="rId16" Type="http://schemas.openxmlformats.org/officeDocument/2006/relationships/slide" Target="slide16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9.xml"/><Relationship Id="rId6" Type="http://schemas.openxmlformats.org/officeDocument/2006/relationships/slide" Target="slide2.xml"/><Relationship Id="rId11" Type="http://schemas.openxmlformats.org/officeDocument/2006/relationships/slide" Target="slide8.xml"/><Relationship Id="rId5" Type="http://schemas.openxmlformats.org/officeDocument/2006/relationships/slide" Target="slide3.xml"/><Relationship Id="rId15" Type="http://schemas.openxmlformats.org/officeDocument/2006/relationships/slide" Target="slide12.xml"/><Relationship Id="rId10" Type="http://schemas.openxmlformats.org/officeDocument/2006/relationships/slide" Target="slide7.xml"/><Relationship Id="rId19" Type="http://schemas.openxmlformats.org/officeDocument/2006/relationships/slide" Target="slide18.xml"/><Relationship Id="rId4" Type="http://schemas.openxmlformats.org/officeDocument/2006/relationships/image" Target="../media/image4.png"/><Relationship Id="rId9" Type="http://schemas.openxmlformats.org/officeDocument/2006/relationships/slide" Target="slide6.xml"/><Relationship Id="rId14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14.xml"/><Relationship Id="rId16" Type="http://schemas.openxmlformats.org/officeDocument/2006/relationships/slide" Target="slide15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19" Type="http://schemas.openxmlformats.org/officeDocument/2006/relationships/image" Target="../media/image2.png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15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21" Type="http://schemas.openxmlformats.org/officeDocument/2006/relationships/image" Target="../media/image8.png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16.xml"/><Relationship Id="rId16" Type="http://schemas.openxmlformats.org/officeDocument/2006/relationships/slide" Target="slide15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23" Type="http://schemas.openxmlformats.org/officeDocument/2006/relationships/image" Target="../media/image10.png"/><Relationship Id="rId10" Type="http://schemas.openxmlformats.org/officeDocument/2006/relationships/slide" Target="slide10.xml"/><Relationship Id="rId19" Type="http://schemas.openxmlformats.org/officeDocument/2006/relationships/image" Target="../media/image6.png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Relationship Id="rId22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8.xml"/><Relationship Id="rId2" Type="http://schemas.openxmlformats.org/officeDocument/2006/relationships/notesSlide" Target="../notesSlides/notesSlide17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5" Type="http://schemas.openxmlformats.org/officeDocument/2006/relationships/slide" Target="slide17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8.xml"/><Relationship Id="rId14" Type="http://schemas.openxmlformats.org/officeDocument/2006/relationships/slide" Target="slid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9.xml"/><Relationship Id="rId17" Type="http://schemas.openxmlformats.org/officeDocument/2006/relationships/slide" Target="slide15.xml"/><Relationship Id="rId2" Type="http://schemas.openxmlformats.org/officeDocument/2006/relationships/notesSlide" Target="../notesSlides/notesSlide18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10.xml"/><Relationship Id="rId5" Type="http://schemas.openxmlformats.org/officeDocument/2006/relationships/slide" Target="slide2.xml"/><Relationship Id="rId15" Type="http://schemas.openxmlformats.org/officeDocument/2006/relationships/slide" Target="slide16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7.xml"/><Relationship Id="rId14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4"/>
          <p:cNvGrpSpPr/>
          <p:nvPr/>
        </p:nvGrpSpPr>
        <p:grpSpPr>
          <a:xfrm>
            <a:off x="1738925" y="4711729"/>
            <a:ext cx="5666144" cy="116400"/>
            <a:chOff x="1738925" y="4718600"/>
            <a:chExt cx="5666144" cy="116400"/>
          </a:xfrm>
        </p:grpSpPr>
        <p:sp>
          <p:nvSpPr>
            <p:cNvPr id="214" name="Google Shape;214;p24">
              <a:hlinkClick r:id="rId3" action="ppaction://hlinksldjump"/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5" name="Google Shape;215;p24">
              <a:hlinkClick r:id="rId4" action="ppaction://hlinksldjump"/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6" name="Google Shape;216;p24">
              <a:hlinkClick r:id="rId5" action="ppaction://hlinksldjump"/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p24">
              <a:hlinkClick r:id="rId6" action="ppaction://hlinksldjump"/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8" name="Google Shape;218;p24">
              <a:hlinkClick r:id="rId7" action="ppaction://hlinksldjump"/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9" name="Google Shape;219;p24">
              <a:hlinkClick r:id="rId8" action="ppaction://hlinksldjump"/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0" name="Google Shape;220;p24">
              <a:hlinkClick r:id="rId9" action="ppaction://hlinksldjump"/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1" name="Google Shape;221;p24">
              <a:hlinkClick r:id="rId10" action="ppaction://hlinksldjump"/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2" name="Google Shape;222;p24">
              <a:hlinkClick r:id="rId11" action="ppaction://hlinksldjump"/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3" name="Google Shape;223;p24">
              <a:hlinkClick r:id="rId12" action="ppaction://hlinksldjump"/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4" name="Google Shape;224;p24">
              <a:hlinkClick r:id="rId13" action="ppaction://hlinksldjump"/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5" name="Google Shape;225;p24">
              <a:hlinkClick r:id="rId14" action="ppaction://hlinksldjump"/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6" name="Google Shape;226;p24">
              <a:hlinkClick r:id="rId15" action="ppaction://hlinksldjump"/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7" name="Google Shape;227;p24">
              <a:hlinkClick r:id="rId16" action="ppaction://hlinksldjump"/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8" name="Google Shape;228;p24">
              <a:hlinkClick r:id="rId17" action="ppaction://hlinksldjump"/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24">
              <a:hlinkClick r:id="rId15" action="ppaction://hlinksldjump"/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24">
              <a:hlinkClick r:id="rId16" action="ppaction://hlinksldjump"/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24">
              <a:hlinkClick r:id="rId18" action="ppaction://hlinksldjump"/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2" name="Google Shape;232;p24">
              <a:hlinkClick r:id="" action="ppaction://noaction"/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24">
              <a:hlinkClick r:id="" action="ppaction://noaction"/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4" name="Google Shape;234;p24"/>
          <p:cNvSpPr txBox="1">
            <a:spLocks noGrp="1"/>
          </p:cNvSpPr>
          <p:nvPr>
            <p:ph type="ctrTitle"/>
          </p:nvPr>
        </p:nvSpPr>
        <p:spPr>
          <a:xfrm>
            <a:off x="1738925" y="834094"/>
            <a:ext cx="5666100" cy="17376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Автоматический анализ научного текста на соответствие структуре</a:t>
            </a:r>
            <a:endParaRPr sz="2800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35" name="Google Shape;235;p24"/>
          <p:cNvSpPr txBox="1">
            <a:spLocks noGrp="1"/>
          </p:cNvSpPr>
          <p:nvPr>
            <p:ph type="subTitle" idx="1"/>
          </p:nvPr>
        </p:nvSpPr>
        <p:spPr>
          <a:xfrm>
            <a:off x="1713269" y="2831112"/>
            <a:ext cx="5666100" cy="173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Montserrat Medium" panose="00000600000000000000" pitchFamily="2" charset="-52"/>
              </a:rPr>
              <a:t>Буталова Юлия </a:t>
            </a:r>
            <a:r>
              <a:rPr lang="en-GB" dirty="0">
                <a:latin typeface="Montserrat Medium" panose="00000600000000000000" pitchFamily="2" charset="-52"/>
              </a:rPr>
              <a:t> </a:t>
            </a:r>
          </a:p>
          <a:p>
            <a:pPr marL="0" lvl="0" indent="0"/>
            <a:r>
              <a:rPr lang="ru-RU" dirty="0">
                <a:latin typeface="Montserrat Medium" panose="00000600000000000000" pitchFamily="2" charset="-52"/>
              </a:rPr>
              <a:t>Смирнов Александр </a:t>
            </a:r>
            <a:endParaRPr lang="en-GB" dirty="0">
              <a:latin typeface="Montserrat Medium" panose="00000600000000000000" pitchFamily="2" charset="-52"/>
            </a:endParaRPr>
          </a:p>
          <a:p>
            <a:pPr marL="0" lvl="0" indent="0"/>
            <a:r>
              <a:rPr lang="ru-RU" dirty="0">
                <a:latin typeface="Montserrat Medium" panose="00000600000000000000" pitchFamily="2" charset="-52"/>
              </a:rPr>
              <a:t>Цыганков Тимофей</a:t>
            </a:r>
            <a:endParaRPr lang="en-GB" dirty="0">
              <a:latin typeface="Montserrat Medium" panose="00000600000000000000" pitchFamily="2" charset="-52"/>
            </a:endParaRPr>
          </a:p>
          <a:p>
            <a:pPr marL="0" lvl="0" indent="0"/>
            <a:endParaRPr lang="en-GB" dirty="0">
              <a:latin typeface="Montserrat Medium" panose="00000600000000000000" pitchFamily="2" charset="-52"/>
            </a:endParaRPr>
          </a:p>
          <a:p>
            <a:pPr marL="0" lvl="0" indent="0"/>
            <a:endParaRPr lang="en-GB" dirty="0">
              <a:latin typeface="Montserrat Medium" panose="00000600000000000000" pitchFamily="2" charset="-52"/>
            </a:endParaRPr>
          </a:p>
          <a:p>
            <a:pPr marL="0" lvl="0" indent="0"/>
            <a:r>
              <a:rPr lang="en-GB" dirty="0">
                <a:latin typeface="Montserrat Medium" panose="00000600000000000000" pitchFamily="2" charset="-52"/>
              </a:rPr>
              <a:t>1 </a:t>
            </a:r>
            <a:r>
              <a:rPr lang="ru-RU" dirty="0">
                <a:latin typeface="Montserrat Medium" panose="00000600000000000000" pitchFamily="2" charset="-52"/>
              </a:rPr>
              <a:t>декабря 2025 года</a:t>
            </a:r>
            <a:endParaRPr dirty="0">
              <a:latin typeface="Montserrat Medium" panose="00000600000000000000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СОДЕРЖАНИЕ</a:t>
            </a:r>
            <a:endParaRPr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71" name="Google Shape;271;p26"/>
          <p:cNvSpPr txBox="1">
            <a:spLocks noGrp="1"/>
          </p:cNvSpPr>
          <p:nvPr>
            <p:ph type="title" idx="2"/>
          </p:nvPr>
        </p:nvSpPr>
        <p:spPr>
          <a:xfrm>
            <a:off x="1505400" y="150416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50000"/>
                  </a:schemeClr>
                </a:solidFill>
                <a:latin typeface="Montserrat ExtraBold" panose="00000900000000000000" pitchFamily="2" charset="-52"/>
              </a:rPr>
              <a:t>01</a:t>
            </a:r>
            <a:endParaRPr dirty="0">
              <a:solidFill>
                <a:schemeClr val="accent4">
                  <a:lumMod val="50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72" name="Google Shape;272;p26"/>
          <p:cNvSpPr txBox="1">
            <a:spLocks noGrp="1"/>
          </p:cNvSpPr>
          <p:nvPr>
            <p:ph type="title" idx="3"/>
          </p:nvPr>
        </p:nvSpPr>
        <p:spPr>
          <a:xfrm>
            <a:off x="1505400" y="309011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50000"/>
                  </a:schemeClr>
                </a:solidFill>
                <a:latin typeface="Montserrat ExtraBold" panose="00000900000000000000" pitchFamily="2" charset="-52"/>
              </a:rPr>
              <a:t>04</a:t>
            </a:r>
            <a:endParaRPr dirty="0">
              <a:solidFill>
                <a:schemeClr val="accent4">
                  <a:lumMod val="50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73" name="Google Shape;273;p26"/>
          <p:cNvSpPr txBox="1">
            <a:spLocks noGrp="1"/>
          </p:cNvSpPr>
          <p:nvPr>
            <p:ph type="title" idx="4"/>
          </p:nvPr>
        </p:nvSpPr>
        <p:spPr>
          <a:xfrm>
            <a:off x="4522909" y="150416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50000"/>
                  </a:schemeClr>
                </a:solidFill>
                <a:latin typeface="Montserrat ExtraBold" panose="00000900000000000000" pitchFamily="2" charset="-52"/>
              </a:rPr>
              <a:t>02</a:t>
            </a:r>
            <a:endParaRPr dirty="0">
              <a:solidFill>
                <a:schemeClr val="accent4">
                  <a:lumMod val="50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74" name="Google Shape;274;p26"/>
          <p:cNvSpPr txBox="1">
            <a:spLocks noGrp="1"/>
          </p:cNvSpPr>
          <p:nvPr>
            <p:ph type="title" idx="5"/>
          </p:nvPr>
        </p:nvSpPr>
        <p:spPr>
          <a:xfrm>
            <a:off x="4522909" y="309011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50000"/>
                  </a:schemeClr>
                </a:solidFill>
                <a:latin typeface="Montserrat ExtraBold" panose="00000900000000000000" pitchFamily="2" charset="-52"/>
              </a:rPr>
              <a:t>05</a:t>
            </a:r>
            <a:endParaRPr dirty="0">
              <a:solidFill>
                <a:schemeClr val="accent4">
                  <a:lumMod val="50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75" name="Google Shape;275;p26"/>
          <p:cNvSpPr txBox="1">
            <a:spLocks noGrp="1"/>
          </p:cNvSpPr>
          <p:nvPr>
            <p:ph type="title" idx="6"/>
          </p:nvPr>
        </p:nvSpPr>
        <p:spPr>
          <a:xfrm>
            <a:off x="7197793" y="150416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ExtraBold" panose="00000900000000000000" pitchFamily="2" charset="-52"/>
              </a:rPr>
              <a:t>03</a:t>
            </a:r>
            <a:endParaRPr dirty="0">
              <a:latin typeface="Montserrat ExtraBold" panose="00000900000000000000" pitchFamily="2" charset="-52"/>
            </a:endParaRPr>
          </a:p>
        </p:txBody>
      </p:sp>
      <p:sp>
        <p:nvSpPr>
          <p:cNvPr id="276" name="Google Shape;276;p26"/>
          <p:cNvSpPr txBox="1">
            <a:spLocks noGrp="1"/>
          </p:cNvSpPr>
          <p:nvPr>
            <p:ph type="title" idx="7"/>
          </p:nvPr>
        </p:nvSpPr>
        <p:spPr>
          <a:xfrm>
            <a:off x="7197793" y="309011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50000"/>
                  </a:schemeClr>
                </a:solidFill>
                <a:latin typeface="Montserrat ExtraBold" panose="00000900000000000000" pitchFamily="2" charset="-52"/>
              </a:rPr>
              <a:t>06</a:t>
            </a:r>
            <a:endParaRPr dirty="0">
              <a:solidFill>
                <a:schemeClr val="accent4">
                  <a:lumMod val="50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77" name="Google Shape;277;p26"/>
          <p:cNvSpPr txBox="1">
            <a:spLocks noGrp="1"/>
          </p:cNvSpPr>
          <p:nvPr>
            <p:ph type="subTitle" idx="1"/>
          </p:nvPr>
        </p:nvSpPr>
        <p:spPr>
          <a:xfrm>
            <a:off x="720000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Актуальность темы</a:t>
            </a:r>
            <a:endParaRPr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278" name="Google Shape;278;p26"/>
          <p:cNvSpPr txBox="1">
            <a:spLocks noGrp="1"/>
          </p:cNvSpPr>
          <p:nvPr>
            <p:ph type="subTitle" idx="8"/>
          </p:nvPr>
        </p:nvSpPr>
        <p:spPr>
          <a:xfrm>
            <a:off x="3737509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Теоретическая основа</a:t>
            </a:r>
            <a:endParaRPr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279" name="Google Shape;279;p26"/>
          <p:cNvSpPr txBox="1">
            <a:spLocks noGrp="1"/>
          </p:cNvSpPr>
          <p:nvPr>
            <p:ph type="subTitle" idx="9"/>
          </p:nvPr>
        </p:nvSpPr>
        <p:spPr>
          <a:xfrm>
            <a:off x="6412393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Цель и задачи </a:t>
            </a:r>
            <a:endParaRPr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280" name="Google Shape;280;p26"/>
          <p:cNvSpPr txBox="1">
            <a:spLocks noGrp="1"/>
          </p:cNvSpPr>
          <p:nvPr>
            <p:ph type="subTitle" idx="13"/>
          </p:nvPr>
        </p:nvSpPr>
        <p:spPr>
          <a:xfrm>
            <a:off x="342575" y="3799263"/>
            <a:ext cx="302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Подбор статей и подготовка данных</a:t>
            </a:r>
            <a:endParaRPr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281" name="Google Shape;281;p26"/>
          <p:cNvSpPr txBox="1">
            <a:spLocks noGrp="1"/>
          </p:cNvSpPr>
          <p:nvPr>
            <p:ph type="subTitle" idx="14"/>
          </p:nvPr>
        </p:nvSpPr>
        <p:spPr>
          <a:xfrm>
            <a:off x="3442140" y="3818424"/>
            <a:ext cx="2896188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Разработка системы промптов</a:t>
            </a:r>
            <a:endParaRPr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282" name="Google Shape;282;p26"/>
          <p:cNvSpPr txBox="1">
            <a:spLocks noGrp="1"/>
          </p:cNvSpPr>
          <p:nvPr>
            <p:ph type="subTitle" idx="15"/>
          </p:nvPr>
        </p:nvSpPr>
        <p:spPr>
          <a:xfrm>
            <a:off x="6412393" y="3799263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Выбор моделей</a:t>
            </a:r>
            <a:endParaRPr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grpSp>
        <p:nvGrpSpPr>
          <p:cNvPr id="2" name="Google Shape;245;p25">
            <a:extLst>
              <a:ext uri="{FF2B5EF4-FFF2-40B4-BE49-F238E27FC236}">
                <a16:creationId xmlns:a16="http://schemas.microsoft.com/office/drawing/2014/main" id="{1FBF2920-A82E-EB3E-E7CE-F546A332B99A}"/>
              </a:ext>
            </a:extLst>
          </p:cNvPr>
          <p:cNvGrpSpPr/>
          <p:nvPr/>
        </p:nvGrpSpPr>
        <p:grpSpPr>
          <a:xfrm>
            <a:off x="1738928" y="4739591"/>
            <a:ext cx="5666144" cy="116400"/>
            <a:chOff x="1738925" y="4718600"/>
            <a:chExt cx="5666144" cy="116400"/>
          </a:xfrm>
        </p:grpSpPr>
        <p:sp>
          <p:nvSpPr>
            <p:cNvPr id="3" name="Google Shape;246;p25">
              <a:hlinkClick r:id="rId3" action="ppaction://hlinksldjump"/>
              <a:extLst>
                <a:ext uri="{FF2B5EF4-FFF2-40B4-BE49-F238E27FC236}">
                  <a16:creationId xmlns:a16="http://schemas.microsoft.com/office/drawing/2014/main" id="{28404BEE-DAF1-492C-4EB2-E2D505420B08}"/>
                </a:ext>
              </a:extLst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" name="Google Shape;247;p25">
              <a:hlinkClick r:id="rId4" action="ppaction://hlinksldjump"/>
              <a:extLst>
                <a:ext uri="{FF2B5EF4-FFF2-40B4-BE49-F238E27FC236}">
                  <a16:creationId xmlns:a16="http://schemas.microsoft.com/office/drawing/2014/main" id="{E4BCE04D-EBB9-2B4D-D3D7-2E1ADF5D5216}"/>
                </a:ext>
              </a:extLst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" name="Google Shape;248;p25">
              <a:hlinkClick r:id="rId5" action="ppaction://hlinksldjump"/>
              <a:extLst>
                <a:ext uri="{FF2B5EF4-FFF2-40B4-BE49-F238E27FC236}">
                  <a16:creationId xmlns:a16="http://schemas.microsoft.com/office/drawing/2014/main" id="{9CF6DD20-86AB-4CF0-D880-92BB846BB111}"/>
                </a:ext>
              </a:extLst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249;p25">
              <a:hlinkClick r:id="rId6" action="ppaction://hlinksldjump"/>
              <a:extLst>
                <a:ext uri="{FF2B5EF4-FFF2-40B4-BE49-F238E27FC236}">
                  <a16:creationId xmlns:a16="http://schemas.microsoft.com/office/drawing/2014/main" id="{E299A15C-277D-CE79-CDB6-D9387514427B}"/>
                </a:ext>
              </a:extLst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250;p25">
              <a:hlinkClick r:id="rId7" action="ppaction://hlinksldjump"/>
              <a:extLst>
                <a:ext uri="{FF2B5EF4-FFF2-40B4-BE49-F238E27FC236}">
                  <a16:creationId xmlns:a16="http://schemas.microsoft.com/office/drawing/2014/main" id="{F3678324-AEE1-4FB7-9116-B1308B7736EF}"/>
                </a:ext>
              </a:extLst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251;p25">
              <a:hlinkClick r:id="rId8" action="ppaction://hlinksldjump"/>
              <a:extLst>
                <a:ext uri="{FF2B5EF4-FFF2-40B4-BE49-F238E27FC236}">
                  <a16:creationId xmlns:a16="http://schemas.microsoft.com/office/drawing/2014/main" id="{EB3D9CE9-FDF2-FEE6-6E23-A29D833C81E3}"/>
                </a:ext>
              </a:extLst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252;p25">
              <a:hlinkClick r:id="rId9" action="ppaction://hlinksldjump"/>
              <a:extLst>
                <a:ext uri="{FF2B5EF4-FFF2-40B4-BE49-F238E27FC236}">
                  <a16:creationId xmlns:a16="http://schemas.microsoft.com/office/drawing/2014/main" id="{7830358F-A7BB-ACAA-4534-1595C9B2375C}"/>
                </a:ext>
              </a:extLst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253;p25">
              <a:hlinkClick r:id="rId10" action="ppaction://hlinksldjump"/>
              <a:extLst>
                <a:ext uri="{FF2B5EF4-FFF2-40B4-BE49-F238E27FC236}">
                  <a16:creationId xmlns:a16="http://schemas.microsoft.com/office/drawing/2014/main" id="{061A1775-FBAA-113B-5020-326E00FD4FD8}"/>
                </a:ext>
              </a:extLst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254;p25">
              <a:hlinkClick r:id="rId11" action="ppaction://hlinksldjump"/>
              <a:extLst>
                <a:ext uri="{FF2B5EF4-FFF2-40B4-BE49-F238E27FC236}">
                  <a16:creationId xmlns:a16="http://schemas.microsoft.com/office/drawing/2014/main" id="{9DAC4A42-44C9-A4E2-3067-7E3F56B0FB16}"/>
                </a:ext>
              </a:extLst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255;p25">
              <a:hlinkClick r:id="rId12" action="ppaction://hlinksldjump"/>
              <a:extLst>
                <a:ext uri="{FF2B5EF4-FFF2-40B4-BE49-F238E27FC236}">
                  <a16:creationId xmlns:a16="http://schemas.microsoft.com/office/drawing/2014/main" id="{E657E20B-6508-AC1F-68A0-6F2718902F51}"/>
                </a:ext>
              </a:extLst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256;p25">
              <a:hlinkClick r:id="rId13" action="ppaction://hlinksldjump"/>
              <a:extLst>
                <a:ext uri="{FF2B5EF4-FFF2-40B4-BE49-F238E27FC236}">
                  <a16:creationId xmlns:a16="http://schemas.microsoft.com/office/drawing/2014/main" id="{E40C4EEE-227C-17F7-F79C-3269A71FB82F}"/>
                </a:ext>
              </a:extLst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257;p25">
              <a:hlinkClick r:id="rId14" action="ppaction://hlinksldjump"/>
              <a:extLst>
                <a:ext uri="{FF2B5EF4-FFF2-40B4-BE49-F238E27FC236}">
                  <a16:creationId xmlns:a16="http://schemas.microsoft.com/office/drawing/2014/main" id="{82DF6330-0590-2E3D-B746-A5AF40483F54}"/>
                </a:ext>
              </a:extLst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258;p25">
              <a:hlinkClick r:id="rId15" action="ppaction://hlinksldjump"/>
              <a:extLst>
                <a:ext uri="{FF2B5EF4-FFF2-40B4-BE49-F238E27FC236}">
                  <a16:creationId xmlns:a16="http://schemas.microsoft.com/office/drawing/2014/main" id="{22C021DF-E57E-EF7D-4A3F-0AE1C4737B86}"/>
                </a:ext>
              </a:extLst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259;p25">
              <a:hlinkClick r:id="rId16" action="ppaction://hlinksldjump"/>
              <a:extLst>
                <a:ext uri="{FF2B5EF4-FFF2-40B4-BE49-F238E27FC236}">
                  <a16:creationId xmlns:a16="http://schemas.microsoft.com/office/drawing/2014/main" id="{2D59F1BA-338B-3DCF-CCD7-153401EE52BC}"/>
                </a:ext>
              </a:extLst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260;p25">
              <a:hlinkClick r:id="rId17" action="ppaction://hlinksldjump"/>
              <a:extLst>
                <a:ext uri="{FF2B5EF4-FFF2-40B4-BE49-F238E27FC236}">
                  <a16:creationId xmlns:a16="http://schemas.microsoft.com/office/drawing/2014/main" id="{92D167D9-723F-6DF4-1C16-9F97B400DEEB}"/>
                </a:ext>
              </a:extLst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261;p25">
              <a:hlinkClick r:id="rId15" action="ppaction://hlinksldjump"/>
              <a:extLst>
                <a:ext uri="{FF2B5EF4-FFF2-40B4-BE49-F238E27FC236}">
                  <a16:creationId xmlns:a16="http://schemas.microsoft.com/office/drawing/2014/main" id="{7F5CD7D0-71F4-E3B6-DDE3-4FB16A30E2E0}"/>
                </a:ext>
              </a:extLst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262;p25">
              <a:hlinkClick r:id="rId16" action="ppaction://hlinksldjump"/>
              <a:extLst>
                <a:ext uri="{FF2B5EF4-FFF2-40B4-BE49-F238E27FC236}">
                  <a16:creationId xmlns:a16="http://schemas.microsoft.com/office/drawing/2014/main" id="{5447EFA9-77F5-D13A-29C3-E686EFD9E253}"/>
                </a:ext>
              </a:extLst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63;p25">
              <a:hlinkClick r:id="rId18" action="ppaction://hlinksldjump"/>
              <a:extLst>
                <a:ext uri="{FF2B5EF4-FFF2-40B4-BE49-F238E27FC236}">
                  <a16:creationId xmlns:a16="http://schemas.microsoft.com/office/drawing/2014/main" id="{BFF4B11A-5D19-1BC1-AE9A-FF945EA48CF7}"/>
                </a:ext>
              </a:extLst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64;p25">
              <a:hlinkClick r:id="" action="ppaction://noaction"/>
              <a:extLst>
                <a:ext uri="{FF2B5EF4-FFF2-40B4-BE49-F238E27FC236}">
                  <a16:creationId xmlns:a16="http://schemas.microsoft.com/office/drawing/2014/main" id="{AD827773-93E4-F6A1-273F-66793A7DC1CA}"/>
                </a:ext>
              </a:extLst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65;p25">
              <a:hlinkClick r:id="" action="ppaction://noaction"/>
              <a:extLst>
                <a:ext uri="{FF2B5EF4-FFF2-40B4-BE49-F238E27FC236}">
                  <a16:creationId xmlns:a16="http://schemas.microsoft.com/office/drawing/2014/main" id="{6F3E4A6F-1002-E3B7-9CA9-C8F19F2C2659}"/>
                </a:ext>
              </a:extLst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АКТУАЛЬНОСТЬ</a:t>
            </a:r>
            <a:endParaRPr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720000" y="1532859"/>
            <a:ext cx="7717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для чего нужна автоматизация анализа научных статей?</a:t>
            </a:r>
            <a:endParaRPr lang="en-US" sz="1800"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" name="Google Shape;242;p25">
            <a:extLst>
              <a:ext uri="{FF2B5EF4-FFF2-40B4-BE49-F238E27FC236}">
                <a16:creationId xmlns:a16="http://schemas.microsoft.com/office/drawing/2014/main" id="{AF6E18DF-C46F-506E-8487-764A82137652}"/>
              </a:ext>
            </a:extLst>
          </p:cNvPr>
          <p:cNvSpPr txBox="1"/>
          <p:nvPr/>
        </p:nvSpPr>
        <p:spPr>
          <a:xfrm>
            <a:off x="720000" y="2147955"/>
            <a:ext cx="7717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насколько хорошо ИИ делают это без подсказок?</a:t>
            </a:r>
            <a:endParaRPr lang="en-US" sz="1800"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" name="Google Shape;242;p25">
            <a:extLst>
              <a:ext uri="{FF2B5EF4-FFF2-40B4-BE49-F238E27FC236}">
                <a16:creationId xmlns:a16="http://schemas.microsoft.com/office/drawing/2014/main" id="{661B44C5-9758-1823-7317-240687880F79}"/>
              </a:ext>
            </a:extLst>
          </p:cNvPr>
          <p:cNvSpPr txBox="1"/>
          <p:nvPr/>
        </p:nvSpPr>
        <p:spPr>
          <a:xfrm>
            <a:off x="706500" y="2763051"/>
            <a:ext cx="7717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можно ли повысить качество их анализа, если грамотно составить </a:t>
            </a:r>
            <a:r>
              <a:rPr lang="ru-RU" sz="1800" b="1" dirty="0" err="1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промпт</a:t>
            </a:r>
            <a:r>
              <a:rPr lang="ru-RU" sz="18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?</a:t>
            </a:r>
            <a:endParaRPr lang="en-US" sz="1800"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  <a:ea typeface="Barlow Medium"/>
              <a:cs typeface="Barlow Medium"/>
              <a:sym typeface="Barlow Medium"/>
            </a:endParaRPr>
          </a:p>
        </p:txBody>
      </p:sp>
      <p:grpSp>
        <p:nvGrpSpPr>
          <p:cNvPr id="4" name="Google Shape;283;p26">
            <a:extLst>
              <a:ext uri="{FF2B5EF4-FFF2-40B4-BE49-F238E27FC236}">
                <a16:creationId xmlns:a16="http://schemas.microsoft.com/office/drawing/2014/main" id="{9CBA6766-67AB-C961-52AF-F7C5F22E819B}"/>
              </a:ext>
            </a:extLst>
          </p:cNvPr>
          <p:cNvGrpSpPr/>
          <p:nvPr/>
        </p:nvGrpSpPr>
        <p:grpSpPr>
          <a:xfrm>
            <a:off x="1745678" y="4712977"/>
            <a:ext cx="5666144" cy="116400"/>
            <a:chOff x="1738925" y="4718600"/>
            <a:chExt cx="5666144" cy="116400"/>
          </a:xfrm>
        </p:grpSpPr>
        <p:sp>
          <p:nvSpPr>
            <p:cNvPr id="5" name="Google Shape;284;p26">
              <a:hlinkClick r:id="rId3" action="ppaction://hlinksldjump"/>
              <a:extLst>
                <a:ext uri="{FF2B5EF4-FFF2-40B4-BE49-F238E27FC236}">
                  <a16:creationId xmlns:a16="http://schemas.microsoft.com/office/drawing/2014/main" id="{712DF3B3-2EDE-C311-8525-C522B3CCEA0E}"/>
                </a:ext>
              </a:extLst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285;p26">
              <a:hlinkClick r:id="rId4" action="ppaction://hlinksldjump"/>
              <a:extLst>
                <a:ext uri="{FF2B5EF4-FFF2-40B4-BE49-F238E27FC236}">
                  <a16:creationId xmlns:a16="http://schemas.microsoft.com/office/drawing/2014/main" id="{A2507471-85C8-5AD5-F0A4-1795CE415BB3}"/>
                </a:ext>
              </a:extLst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286;p26">
              <a:hlinkClick r:id="rId5" action="ppaction://hlinksldjump"/>
              <a:extLst>
                <a:ext uri="{FF2B5EF4-FFF2-40B4-BE49-F238E27FC236}">
                  <a16:creationId xmlns:a16="http://schemas.microsoft.com/office/drawing/2014/main" id="{4501436E-106E-7681-C56A-D53469E21148}"/>
                </a:ext>
              </a:extLst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287;p26">
              <a:hlinkClick r:id="rId6" action="ppaction://hlinksldjump"/>
              <a:extLst>
                <a:ext uri="{FF2B5EF4-FFF2-40B4-BE49-F238E27FC236}">
                  <a16:creationId xmlns:a16="http://schemas.microsoft.com/office/drawing/2014/main" id="{66F0C6B6-E164-3DE1-61A2-285DEA2E6653}"/>
                </a:ext>
              </a:extLst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288;p26">
              <a:hlinkClick r:id="rId7" action="ppaction://hlinksldjump"/>
              <a:extLst>
                <a:ext uri="{FF2B5EF4-FFF2-40B4-BE49-F238E27FC236}">
                  <a16:creationId xmlns:a16="http://schemas.microsoft.com/office/drawing/2014/main" id="{9CCF009B-AB2B-C635-E795-AB98C9AAC4B3}"/>
                </a:ext>
              </a:extLst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289;p26">
              <a:hlinkClick r:id="rId8" action="ppaction://hlinksldjump"/>
              <a:extLst>
                <a:ext uri="{FF2B5EF4-FFF2-40B4-BE49-F238E27FC236}">
                  <a16:creationId xmlns:a16="http://schemas.microsoft.com/office/drawing/2014/main" id="{3DB8B86B-E880-A49C-E272-F4AC68C3A43F}"/>
                </a:ext>
              </a:extLst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290;p26">
              <a:hlinkClick r:id="rId9" action="ppaction://hlinksldjump"/>
              <a:extLst>
                <a:ext uri="{FF2B5EF4-FFF2-40B4-BE49-F238E27FC236}">
                  <a16:creationId xmlns:a16="http://schemas.microsoft.com/office/drawing/2014/main" id="{C39C17D0-05A1-304F-F0AD-980F94337145}"/>
                </a:ext>
              </a:extLst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291;p26">
              <a:hlinkClick r:id="rId10" action="ppaction://hlinksldjump"/>
              <a:extLst>
                <a:ext uri="{FF2B5EF4-FFF2-40B4-BE49-F238E27FC236}">
                  <a16:creationId xmlns:a16="http://schemas.microsoft.com/office/drawing/2014/main" id="{CA9ABF5D-FFE0-7AF6-4DA2-31FD95D900A0}"/>
                </a:ext>
              </a:extLst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292;p26">
              <a:hlinkClick r:id="rId11" action="ppaction://hlinksldjump"/>
              <a:extLst>
                <a:ext uri="{FF2B5EF4-FFF2-40B4-BE49-F238E27FC236}">
                  <a16:creationId xmlns:a16="http://schemas.microsoft.com/office/drawing/2014/main" id="{7A88FC7E-4C12-0136-D093-B46FAF074865}"/>
                </a:ext>
              </a:extLst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293;p26">
              <a:hlinkClick r:id="rId12" action="ppaction://hlinksldjump"/>
              <a:extLst>
                <a:ext uri="{FF2B5EF4-FFF2-40B4-BE49-F238E27FC236}">
                  <a16:creationId xmlns:a16="http://schemas.microsoft.com/office/drawing/2014/main" id="{9E09F65B-D810-6F07-C601-70918140340A}"/>
                </a:ext>
              </a:extLst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294;p26">
              <a:hlinkClick r:id="rId13" action="ppaction://hlinksldjump"/>
              <a:extLst>
                <a:ext uri="{FF2B5EF4-FFF2-40B4-BE49-F238E27FC236}">
                  <a16:creationId xmlns:a16="http://schemas.microsoft.com/office/drawing/2014/main" id="{1F9C8925-44EF-887E-62DF-53CA31C2F3CB}"/>
                </a:ext>
              </a:extLst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295;p26">
              <a:hlinkClick r:id="rId14" action="ppaction://hlinksldjump"/>
              <a:extLst>
                <a:ext uri="{FF2B5EF4-FFF2-40B4-BE49-F238E27FC236}">
                  <a16:creationId xmlns:a16="http://schemas.microsoft.com/office/drawing/2014/main" id="{AFC2E6E5-9704-CF43-02B1-2DD8E2EA48F6}"/>
                </a:ext>
              </a:extLst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296;p26">
              <a:hlinkClick r:id="rId15" action="ppaction://hlinksldjump"/>
              <a:extLst>
                <a:ext uri="{FF2B5EF4-FFF2-40B4-BE49-F238E27FC236}">
                  <a16:creationId xmlns:a16="http://schemas.microsoft.com/office/drawing/2014/main" id="{2CFB194D-5F80-A6F9-7CCF-0B3EEA25665E}"/>
                </a:ext>
              </a:extLst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297;p26">
              <a:hlinkClick r:id="rId16" action="ppaction://hlinksldjump"/>
              <a:extLst>
                <a:ext uri="{FF2B5EF4-FFF2-40B4-BE49-F238E27FC236}">
                  <a16:creationId xmlns:a16="http://schemas.microsoft.com/office/drawing/2014/main" id="{A8B7AEB7-C9DE-DE9A-C6FB-CD442F7E6550}"/>
                </a:ext>
              </a:extLst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298;p26">
              <a:hlinkClick r:id="rId17" action="ppaction://hlinksldjump"/>
              <a:extLst>
                <a:ext uri="{FF2B5EF4-FFF2-40B4-BE49-F238E27FC236}">
                  <a16:creationId xmlns:a16="http://schemas.microsoft.com/office/drawing/2014/main" id="{DF642FE7-986B-80B8-4272-FD22D04AEBFB}"/>
                </a:ext>
              </a:extLst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99;p26">
              <a:hlinkClick r:id="rId15" action="ppaction://hlinksldjump"/>
              <a:extLst>
                <a:ext uri="{FF2B5EF4-FFF2-40B4-BE49-F238E27FC236}">
                  <a16:creationId xmlns:a16="http://schemas.microsoft.com/office/drawing/2014/main" id="{17E33E0E-FD1F-1871-FD73-C8D53B93F959}"/>
                </a:ext>
              </a:extLst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300;p26">
              <a:hlinkClick r:id="rId16" action="ppaction://hlinksldjump"/>
              <a:extLst>
                <a:ext uri="{FF2B5EF4-FFF2-40B4-BE49-F238E27FC236}">
                  <a16:creationId xmlns:a16="http://schemas.microsoft.com/office/drawing/2014/main" id="{8702F3B4-342B-B8A4-5308-5B4BCB2FCABA}"/>
                </a:ext>
              </a:extLst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301;p26">
              <a:hlinkClick r:id="rId18" action="ppaction://hlinksldjump"/>
              <a:extLst>
                <a:ext uri="{FF2B5EF4-FFF2-40B4-BE49-F238E27FC236}">
                  <a16:creationId xmlns:a16="http://schemas.microsoft.com/office/drawing/2014/main" id="{231A7CC0-7BF6-3739-9974-D7C941BB4960}"/>
                </a:ext>
              </a:extLst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302;p26">
              <a:hlinkClick r:id="" action="ppaction://noaction"/>
              <a:extLst>
                <a:ext uri="{FF2B5EF4-FFF2-40B4-BE49-F238E27FC236}">
                  <a16:creationId xmlns:a16="http://schemas.microsoft.com/office/drawing/2014/main" id="{13BF6A9A-2E1A-F7F1-510E-C27C732F9B61}"/>
                </a:ext>
              </a:extLst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" name="Google Shape;303;p26">
              <a:hlinkClick r:id="" action="ppaction://noaction"/>
              <a:extLst>
                <a:ext uri="{FF2B5EF4-FFF2-40B4-BE49-F238E27FC236}">
                  <a16:creationId xmlns:a16="http://schemas.microsoft.com/office/drawing/2014/main" id="{B42B01F5-5F14-A6E2-EAA7-638942921C27}"/>
                </a:ext>
              </a:extLst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>
            <a:spLocks noGrp="1"/>
          </p:cNvSpPr>
          <p:nvPr>
            <p:ph type="title"/>
          </p:nvPr>
        </p:nvSpPr>
        <p:spPr>
          <a:xfrm>
            <a:off x="643242" y="1143348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ТЕОРЕТИЧЕСКАЯ ОСНОВА</a:t>
            </a:r>
          </a:p>
        </p:txBody>
      </p:sp>
      <p:sp>
        <p:nvSpPr>
          <p:cNvPr id="309" name="Google Shape;309;p27"/>
          <p:cNvSpPr txBox="1">
            <a:spLocks noGrp="1"/>
          </p:cNvSpPr>
          <p:nvPr>
            <p:ph type="subTitle" idx="1"/>
          </p:nvPr>
        </p:nvSpPr>
        <p:spPr>
          <a:xfrm>
            <a:off x="818092" y="1716952"/>
            <a:ext cx="4294800" cy="2659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актуальность</a:t>
            </a: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цель исследования</a:t>
            </a:r>
            <a:endParaRPr lang="ru-RU" sz="1400"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  <a:p>
            <a:pPr lvl="0">
              <a:lnSpc>
                <a:spcPct val="150000"/>
              </a:lnSpc>
            </a:pP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задачи исследования</a:t>
            </a: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объект и предмет</a:t>
            </a: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методология</a:t>
            </a:r>
            <a:endParaRPr lang="ru-RU" sz="1400"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  <a:p>
            <a:pPr lvl="0">
              <a:lnSpc>
                <a:spcPct val="150000"/>
              </a:lnSpc>
            </a:pP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результаты</a:t>
            </a: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научная новизна</a:t>
            </a: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</a:rPr>
              <a:t>выводы</a:t>
            </a:r>
            <a:endParaRPr lang="ru-RU" sz="1400"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grpSp>
        <p:nvGrpSpPr>
          <p:cNvPr id="311" name="Google Shape;311;p27"/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312" name="Google Shape;312;p27">
              <a:hlinkClick r:id="rId3" action="ppaction://hlinksldjump"/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3" name="Google Shape;313;p27">
              <a:hlinkClick r:id="rId4" action="ppaction://hlinksldjump"/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27">
              <a:hlinkClick r:id="rId5" action="ppaction://hlinksldjump"/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5" name="Google Shape;315;p27">
              <a:hlinkClick r:id="rId6" action="ppaction://hlinksldjump"/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6" name="Google Shape;316;p27">
              <a:hlinkClick r:id="rId7" action="ppaction://hlinksldjump"/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7" name="Google Shape;317;p27">
              <a:hlinkClick r:id="rId8" action="ppaction://hlinksldjump"/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8" name="Google Shape;318;p27">
              <a:hlinkClick r:id="rId9" action="ppaction://hlinksldjump"/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9" name="Google Shape;319;p27">
              <a:hlinkClick r:id="rId10" action="ppaction://hlinksldjump"/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0" name="Google Shape;320;p27">
              <a:hlinkClick r:id="rId11" action="ppaction://hlinksldjump"/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1" name="Google Shape;321;p27">
              <a:hlinkClick r:id="rId12" action="ppaction://hlinksldjump"/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2" name="Google Shape;322;p27">
              <a:hlinkClick r:id="rId13" action="ppaction://hlinksldjump"/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3" name="Google Shape;323;p27">
              <a:hlinkClick r:id="rId14" action="ppaction://hlinksldjump"/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4" name="Google Shape;324;p27">
              <a:hlinkClick r:id="rId15" action="ppaction://hlinksldjump"/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5" name="Google Shape;325;p27">
              <a:hlinkClick r:id="rId16" action="ppaction://hlinksldjump"/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6" name="Google Shape;326;p27">
              <a:hlinkClick r:id="rId14" action="ppaction://hlinksldjump"/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7" name="Google Shape;327;p27">
              <a:hlinkClick r:id="rId15" action="ppaction://hlinksldjump"/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8" name="Google Shape;328;p27">
              <a:hlinkClick r:id="rId17" action="ppaction://hlinksldjump"/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9" name="Google Shape;329;p27">
              <a:hlinkClick r:id="" action="ppaction://noaction"/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0" name="Google Shape;330;p27">
              <a:hlinkClick r:id="" action="ppaction://noaction"/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1" name="Google Shape;331;p27">
              <a:hlinkClick r:id="rId18" action="ppaction://hlinksldjump"/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DCA71221-7DD7-A110-EF65-96DD3BE688E3}"/>
              </a:ext>
            </a:extLst>
          </p:cNvPr>
          <p:cNvPicPr>
            <a:picLocks noGrp="1" noChangeAspect="1" noChangeArrowheads="1"/>
          </p:cNvPicPr>
          <p:nvPr>
            <p:ph type="pic" idx="2"/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89" r="2348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>
            <a:spLocks noGrp="1"/>
          </p:cNvSpPr>
          <p:nvPr>
            <p:ph type="title"/>
          </p:nvPr>
        </p:nvSpPr>
        <p:spPr>
          <a:xfrm>
            <a:off x="567201" y="710696"/>
            <a:ext cx="581330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ЦЕЛЬ И ЗАДАЧИ </a:t>
            </a:r>
            <a:endParaRPr lang="ru-RU" sz="3000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grpSp>
        <p:nvGrpSpPr>
          <p:cNvPr id="339" name="Google Shape;339;p28"/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340" name="Google Shape;340;p28">
              <a:hlinkClick r:id="rId3" action="ppaction://hlinksldjump"/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1" name="Google Shape;341;p28">
              <a:hlinkClick r:id="rId4" action="ppaction://hlinksldjump"/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2" name="Google Shape;342;p28">
              <a:hlinkClick r:id="rId5" action="ppaction://hlinksldjump"/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3" name="Google Shape;343;p28">
              <a:hlinkClick r:id="rId6" action="ppaction://hlinksldjump"/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4" name="Google Shape;344;p28">
              <a:hlinkClick r:id="rId7" action="ppaction://hlinksldjump"/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5" name="Google Shape;345;p28">
              <a:hlinkClick r:id="rId8" action="ppaction://hlinksldjump"/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6" name="Google Shape;346;p28">
              <a:hlinkClick r:id="rId9" action="ppaction://hlinksldjump"/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7" name="Google Shape;347;p28">
              <a:hlinkClick r:id="rId10" action="ppaction://hlinksldjump"/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8" name="Google Shape;348;p28">
              <a:hlinkClick r:id="rId11" action="ppaction://hlinksldjump"/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9" name="Google Shape;349;p28">
              <a:hlinkClick r:id="rId12" action="ppaction://hlinksldjump"/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0" name="Google Shape;350;p28">
              <a:hlinkClick r:id="rId13" action="ppaction://hlinksldjump"/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1" name="Google Shape;351;p28">
              <a:hlinkClick r:id="rId14" action="ppaction://hlinksldjump"/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2" name="Google Shape;352;p28">
              <a:hlinkClick r:id="rId15" action="ppaction://hlinksldjump"/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3" name="Google Shape;353;p28">
              <a:hlinkClick r:id="rId16" action="ppaction://hlinksldjump"/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4" name="Google Shape;354;p28">
              <a:hlinkClick r:id="rId14" action="ppaction://hlinksldjump"/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5" name="Google Shape;355;p28">
              <a:hlinkClick r:id="rId15" action="ppaction://hlinksldjump"/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6" name="Google Shape;356;p28">
              <a:hlinkClick r:id="rId17" action="ppaction://hlinksldjump"/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7" name="Google Shape;357;p28">
              <a:hlinkClick r:id="" action="ppaction://noaction"/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8" name="Google Shape;358;p28">
              <a:hlinkClick r:id="" action="ppaction://noaction"/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9" name="Google Shape;359;p28">
              <a:hlinkClick r:id="rId18" action="ppaction://hlinksldjump"/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" name="Google Shape;242;p25">
            <a:extLst>
              <a:ext uri="{FF2B5EF4-FFF2-40B4-BE49-F238E27FC236}">
                <a16:creationId xmlns:a16="http://schemas.microsoft.com/office/drawing/2014/main" id="{907CE504-4E7F-857E-E3A9-7D7D775C4F3E}"/>
              </a:ext>
            </a:extLst>
          </p:cNvPr>
          <p:cNvSpPr txBox="1"/>
          <p:nvPr/>
        </p:nvSpPr>
        <p:spPr>
          <a:xfrm>
            <a:off x="567201" y="1552496"/>
            <a:ext cx="7717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Цель: создать и протестировать </a:t>
            </a:r>
            <a:r>
              <a:rPr lang="ru-RU" sz="1800" b="1" dirty="0" err="1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промпты</a:t>
            </a:r>
            <a:endParaRPr lang="en-US" sz="1800"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" name="Google Shape;242;p25">
            <a:extLst>
              <a:ext uri="{FF2B5EF4-FFF2-40B4-BE49-F238E27FC236}">
                <a16:creationId xmlns:a16="http://schemas.microsoft.com/office/drawing/2014/main" id="{158A2DC8-A035-5C4F-88E4-1F9E69792E35}"/>
              </a:ext>
            </a:extLst>
          </p:cNvPr>
          <p:cNvSpPr txBox="1"/>
          <p:nvPr/>
        </p:nvSpPr>
        <p:spPr>
          <a:xfrm>
            <a:off x="567201" y="1891496"/>
            <a:ext cx="7717500" cy="271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accent5">
                    <a:lumMod val="50000"/>
                  </a:schemeClr>
                </a:solidFill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Задачи</a:t>
            </a:r>
            <a:r>
              <a:rPr lang="ru-RU" sz="18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: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•	изучить требования к структуре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•	разработать четыре уровня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•	подобрать несколько моделей ИИ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•	подготовить тексты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•	провести анализ двух различных статей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•	сравнить модели и </a:t>
            </a:r>
            <a:r>
              <a:rPr lang="ru-RU" sz="1600" b="1" dirty="0" err="1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промпты</a:t>
            </a: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•	определить эффективность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Aptos" panose="020B0004020202020204" pitchFamily="34" charset="0"/>
                <a:cs typeface="Cordia New" panose="020B0304020202020204" pitchFamily="34" charset="-34"/>
              </a:rPr>
              <a:t>•	подготовить материалы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accent5">
                  <a:lumMod val="50000"/>
                </a:schemeClr>
              </a:solidFill>
              <a:latin typeface="Montserrat Medium" panose="00000600000000000000" pitchFamily="2" charset="-52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/>
          <p:cNvSpPr txBox="1">
            <a:spLocks noGrp="1"/>
          </p:cNvSpPr>
          <p:nvPr>
            <p:ph type="subTitle" idx="4"/>
          </p:nvPr>
        </p:nvSpPr>
        <p:spPr>
          <a:xfrm>
            <a:off x="4923250" y="2383429"/>
            <a:ext cx="2505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Техническая статья</a:t>
            </a:r>
            <a:endParaRPr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365" name="Google Shape;365;p2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ПОДБОР СТАТЕЙ И ПОДГОТОВКА ДАННЫХ</a:t>
            </a:r>
          </a:p>
        </p:txBody>
      </p:sp>
      <p:sp>
        <p:nvSpPr>
          <p:cNvPr id="366" name="Google Shape;366;p29"/>
          <p:cNvSpPr txBox="1">
            <a:spLocks noGrp="1"/>
          </p:cNvSpPr>
          <p:nvPr>
            <p:ph type="subTitle" idx="1"/>
          </p:nvPr>
        </p:nvSpPr>
        <p:spPr>
          <a:xfrm>
            <a:off x="4923249" y="2762675"/>
            <a:ext cx="2626280" cy="14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«Использование машинного обучения для анализа данных в маркетинге» </a:t>
            </a:r>
          </a:p>
          <a:p>
            <a:pPr marL="0" indent="0"/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Сафонов А.В.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367" name="Google Shape;367;p29"/>
          <p:cNvSpPr txBox="1">
            <a:spLocks noGrp="1"/>
          </p:cNvSpPr>
          <p:nvPr>
            <p:ph type="subTitle" idx="2"/>
          </p:nvPr>
        </p:nvSpPr>
        <p:spPr>
          <a:xfrm>
            <a:off x="1478071" y="2762675"/>
            <a:ext cx="2742904" cy="14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«Лидеры мнений в интернете и потребительское поведение молодёжи»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Рябов и Хуснутдинова.</a:t>
            </a:r>
          </a:p>
        </p:txBody>
      </p:sp>
      <p:sp>
        <p:nvSpPr>
          <p:cNvPr id="368" name="Google Shape;368;p29"/>
          <p:cNvSpPr txBox="1">
            <a:spLocks noGrp="1"/>
          </p:cNvSpPr>
          <p:nvPr>
            <p:ph type="subTitle" idx="3"/>
          </p:nvPr>
        </p:nvSpPr>
        <p:spPr>
          <a:xfrm>
            <a:off x="1715375" y="2383429"/>
            <a:ext cx="2505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Гуманитарная статья</a:t>
            </a:r>
            <a:endParaRPr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grpSp>
        <p:nvGrpSpPr>
          <p:cNvPr id="369" name="Google Shape;369;p29"/>
          <p:cNvGrpSpPr/>
          <p:nvPr/>
        </p:nvGrpSpPr>
        <p:grpSpPr>
          <a:xfrm>
            <a:off x="2819955" y="1834275"/>
            <a:ext cx="296442" cy="296442"/>
            <a:chOff x="3400530" y="1483827"/>
            <a:chExt cx="296442" cy="296442"/>
          </a:xfrm>
        </p:grpSpPr>
        <p:sp>
          <p:nvSpPr>
            <p:cNvPr id="370" name="Google Shape;370;p29"/>
            <p:cNvSpPr/>
            <p:nvPr/>
          </p:nvSpPr>
          <p:spPr>
            <a:xfrm>
              <a:off x="3557656" y="1641455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4" h="90487" extrusionOk="0">
                  <a:moveTo>
                    <a:pt x="0" y="90488"/>
                  </a:moveTo>
                  <a:cubicBezTo>
                    <a:pt x="15240" y="76200"/>
                    <a:pt x="29527" y="41910"/>
                    <a:pt x="32385" y="0"/>
                  </a:cubicBezTo>
                  <a:lnTo>
                    <a:pt x="0" y="0"/>
                  </a:lnTo>
                  <a:lnTo>
                    <a:pt x="0" y="904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3523410" y="1641455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4" h="90487" extrusionOk="0">
                  <a:moveTo>
                    <a:pt x="32385" y="90488"/>
                  </a:moveTo>
                  <a:lnTo>
                    <a:pt x="32385" y="0"/>
                  </a:lnTo>
                  <a:lnTo>
                    <a:pt x="0" y="0"/>
                  </a:lnTo>
                  <a:cubicBezTo>
                    <a:pt x="2858" y="41910"/>
                    <a:pt x="16193" y="75248"/>
                    <a:pt x="32385" y="90488"/>
                  </a:cubicBezTo>
                  <a:lnTo>
                    <a:pt x="32385" y="904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3557656" y="1575483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4" h="90487" extrusionOk="0">
                  <a:moveTo>
                    <a:pt x="0" y="0"/>
                  </a:moveTo>
                  <a:lnTo>
                    <a:pt x="0" y="90488"/>
                  </a:lnTo>
                  <a:lnTo>
                    <a:pt x="32385" y="90488"/>
                  </a:lnTo>
                  <a:cubicBezTo>
                    <a:pt x="29527" y="48577"/>
                    <a:pt x="16192" y="1524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3523410" y="1575986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4" h="90487" extrusionOk="0">
                  <a:moveTo>
                    <a:pt x="0" y="90488"/>
                  </a:moveTo>
                  <a:lnTo>
                    <a:pt x="32385" y="90488"/>
                  </a:lnTo>
                  <a:lnTo>
                    <a:pt x="32385" y="0"/>
                  </a:lnTo>
                  <a:cubicBezTo>
                    <a:pt x="16193" y="14288"/>
                    <a:pt x="2858" y="47625"/>
                    <a:pt x="0" y="90488"/>
                  </a:cubicBezTo>
                  <a:lnTo>
                    <a:pt x="0" y="904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3582332" y="1581526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2" h="80009" extrusionOk="0">
                  <a:moveTo>
                    <a:pt x="0" y="0"/>
                  </a:moveTo>
                  <a:cubicBezTo>
                    <a:pt x="10478" y="21908"/>
                    <a:pt x="16192" y="48578"/>
                    <a:pt x="18097" y="80010"/>
                  </a:cubicBezTo>
                  <a:lnTo>
                    <a:pt x="50482" y="80010"/>
                  </a:lnTo>
                  <a:cubicBezTo>
                    <a:pt x="45720" y="46672"/>
                    <a:pt x="27622" y="18097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3489165" y="1581526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2" h="80009" extrusionOk="0">
                  <a:moveTo>
                    <a:pt x="0" y="80010"/>
                  </a:moveTo>
                  <a:lnTo>
                    <a:pt x="32385" y="80010"/>
                  </a:lnTo>
                  <a:cubicBezTo>
                    <a:pt x="34290" y="49530"/>
                    <a:pt x="40957" y="21908"/>
                    <a:pt x="50482" y="0"/>
                  </a:cubicBezTo>
                  <a:cubicBezTo>
                    <a:pt x="22860" y="18097"/>
                    <a:pt x="4763" y="46672"/>
                    <a:pt x="0" y="80010"/>
                  </a:cubicBezTo>
                  <a:lnTo>
                    <a:pt x="0" y="800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3582332" y="1640952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2" h="80009" extrusionOk="0">
                  <a:moveTo>
                    <a:pt x="0" y="80010"/>
                  </a:moveTo>
                  <a:cubicBezTo>
                    <a:pt x="26670" y="61913"/>
                    <a:pt x="45720" y="33338"/>
                    <a:pt x="50482" y="0"/>
                  </a:cubicBezTo>
                  <a:lnTo>
                    <a:pt x="18097" y="0"/>
                  </a:lnTo>
                  <a:cubicBezTo>
                    <a:pt x="17145" y="31432"/>
                    <a:pt x="10478" y="58102"/>
                    <a:pt x="0" y="80010"/>
                  </a:cubicBezTo>
                  <a:lnTo>
                    <a:pt x="0" y="800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3489165" y="1640952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2" h="80009" extrusionOk="0">
                  <a:moveTo>
                    <a:pt x="0" y="0"/>
                  </a:moveTo>
                  <a:cubicBezTo>
                    <a:pt x="4763" y="33338"/>
                    <a:pt x="23813" y="61913"/>
                    <a:pt x="50482" y="80010"/>
                  </a:cubicBezTo>
                  <a:cubicBezTo>
                    <a:pt x="40005" y="58102"/>
                    <a:pt x="34290" y="31432"/>
                    <a:pt x="3238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3400530" y="1483827"/>
              <a:ext cx="296442" cy="296442"/>
            </a:xfrm>
            <a:custGeom>
              <a:avLst/>
              <a:gdLst/>
              <a:ahLst/>
              <a:cxnLst/>
              <a:rect l="l" t="t" r="r" b="b"/>
              <a:pathLst>
                <a:path w="561975" h="561975" extrusionOk="0">
                  <a:moveTo>
                    <a:pt x="545782" y="263843"/>
                  </a:moveTo>
                  <a:lnTo>
                    <a:pt x="494347" y="263843"/>
                  </a:lnTo>
                  <a:cubicBezTo>
                    <a:pt x="485775" y="159068"/>
                    <a:pt x="401955" y="76200"/>
                    <a:pt x="297180" y="67628"/>
                  </a:cubicBezTo>
                  <a:lnTo>
                    <a:pt x="297180" y="16193"/>
                  </a:lnTo>
                  <a:cubicBezTo>
                    <a:pt x="297180" y="6668"/>
                    <a:pt x="289560" y="0"/>
                    <a:pt x="280988" y="0"/>
                  </a:cubicBezTo>
                  <a:cubicBezTo>
                    <a:pt x="271463" y="0"/>
                    <a:pt x="264795" y="7620"/>
                    <a:pt x="264795" y="16193"/>
                  </a:cubicBezTo>
                  <a:lnTo>
                    <a:pt x="264795" y="67628"/>
                  </a:lnTo>
                  <a:cubicBezTo>
                    <a:pt x="160020" y="75248"/>
                    <a:pt x="76200" y="160020"/>
                    <a:pt x="67628" y="264795"/>
                  </a:cubicBezTo>
                  <a:lnTo>
                    <a:pt x="16193" y="264795"/>
                  </a:lnTo>
                  <a:cubicBezTo>
                    <a:pt x="6668" y="264795"/>
                    <a:pt x="0" y="272415"/>
                    <a:pt x="0" y="280988"/>
                  </a:cubicBezTo>
                  <a:cubicBezTo>
                    <a:pt x="0" y="290513"/>
                    <a:pt x="7620" y="297180"/>
                    <a:pt x="16193" y="297180"/>
                  </a:cubicBezTo>
                  <a:lnTo>
                    <a:pt x="67628" y="297180"/>
                  </a:lnTo>
                  <a:cubicBezTo>
                    <a:pt x="75247" y="401955"/>
                    <a:pt x="160020" y="485775"/>
                    <a:pt x="264795" y="494348"/>
                  </a:cubicBezTo>
                  <a:lnTo>
                    <a:pt x="264795" y="545783"/>
                  </a:lnTo>
                  <a:cubicBezTo>
                    <a:pt x="264795" y="555308"/>
                    <a:pt x="272415" y="561975"/>
                    <a:pt x="280988" y="561975"/>
                  </a:cubicBezTo>
                  <a:cubicBezTo>
                    <a:pt x="290513" y="561975"/>
                    <a:pt x="297180" y="554355"/>
                    <a:pt x="297180" y="545783"/>
                  </a:cubicBezTo>
                  <a:lnTo>
                    <a:pt x="297180" y="494348"/>
                  </a:lnTo>
                  <a:cubicBezTo>
                    <a:pt x="402907" y="486728"/>
                    <a:pt x="486728" y="401955"/>
                    <a:pt x="494347" y="296228"/>
                  </a:cubicBezTo>
                  <a:lnTo>
                    <a:pt x="545782" y="296228"/>
                  </a:lnTo>
                  <a:cubicBezTo>
                    <a:pt x="555307" y="296228"/>
                    <a:pt x="561975" y="288608"/>
                    <a:pt x="561975" y="280035"/>
                  </a:cubicBezTo>
                  <a:cubicBezTo>
                    <a:pt x="561975" y="270510"/>
                    <a:pt x="554355" y="263843"/>
                    <a:pt x="545782" y="263843"/>
                  </a:cubicBezTo>
                  <a:lnTo>
                    <a:pt x="545782" y="263843"/>
                  </a:lnTo>
                  <a:close/>
                  <a:moveTo>
                    <a:pt x="280988" y="429578"/>
                  </a:moveTo>
                  <a:cubicBezTo>
                    <a:pt x="199072" y="429578"/>
                    <a:pt x="132397" y="362903"/>
                    <a:pt x="132397" y="280988"/>
                  </a:cubicBezTo>
                  <a:cubicBezTo>
                    <a:pt x="132397" y="199073"/>
                    <a:pt x="199072" y="132398"/>
                    <a:pt x="280988" y="132398"/>
                  </a:cubicBezTo>
                  <a:cubicBezTo>
                    <a:pt x="362903" y="132398"/>
                    <a:pt x="429578" y="199073"/>
                    <a:pt x="429578" y="280988"/>
                  </a:cubicBezTo>
                  <a:cubicBezTo>
                    <a:pt x="429578" y="362903"/>
                    <a:pt x="362903" y="429578"/>
                    <a:pt x="280988" y="429578"/>
                  </a:cubicBezTo>
                  <a:lnTo>
                    <a:pt x="280988" y="4295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29"/>
          <p:cNvGrpSpPr/>
          <p:nvPr/>
        </p:nvGrpSpPr>
        <p:grpSpPr>
          <a:xfrm>
            <a:off x="6026935" y="1791571"/>
            <a:ext cx="298226" cy="226097"/>
            <a:chOff x="4120672" y="1519582"/>
            <a:chExt cx="298226" cy="226097"/>
          </a:xfrm>
        </p:grpSpPr>
        <p:sp>
          <p:nvSpPr>
            <p:cNvPr id="380" name="Google Shape;380;p29"/>
            <p:cNvSpPr/>
            <p:nvPr/>
          </p:nvSpPr>
          <p:spPr>
            <a:xfrm>
              <a:off x="4260691" y="1571957"/>
              <a:ext cx="17585" cy="52254"/>
            </a:xfrm>
            <a:custGeom>
              <a:avLst/>
              <a:gdLst/>
              <a:ahLst/>
              <a:cxnLst/>
              <a:rect l="l" t="t" r="r" b="b"/>
              <a:pathLst>
                <a:path w="33337" h="99059" extrusionOk="0">
                  <a:moveTo>
                    <a:pt x="0" y="0"/>
                  </a:moveTo>
                  <a:lnTo>
                    <a:pt x="33337" y="0"/>
                  </a:lnTo>
                  <a:lnTo>
                    <a:pt x="33337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4295440" y="1606706"/>
              <a:ext cx="17585" cy="17585"/>
            </a:xfrm>
            <a:custGeom>
              <a:avLst/>
              <a:gdLst/>
              <a:ahLst/>
              <a:cxnLst/>
              <a:rect l="l" t="t" r="r" b="b"/>
              <a:pathLst>
                <a:path w="33337" h="33337" extrusionOk="0">
                  <a:moveTo>
                    <a:pt x="0" y="0"/>
                  </a:moveTo>
                  <a:lnTo>
                    <a:pt x="33338" y="0"/>
                  </a:lnTo>
                  <a:lnTo>
                    <a:pt x="33338" y="33337"/>
                  </a:lnTo>
                  <a:lnTo>
                    <a:pt x="0" y="3333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4225942" y="1589080"/>
              <a:ext cx="17585" cy="34668"/>
            </a:xfrm>
            <a:custGeom>
              <a:avLst/>
              <a:gdLst/>
              <a:ahLst/>
              <a:cxnLst/>
              <a:rect l="l" t="t" r="r" b="b"/>
              <a:pathLst>
                <a:path w="33337" h="65722" extrusionOk="0">
                  <a:moveTo>
                    <a:pt x="0" y="0"/>
                  </a:moveTo>
                  <a:lnTo>
                    <a:pt x="33338" y="0"/>
                  </a:lnTo>
                  <a:lnTo>
                    <a:pt x="33338" y="65722"/>
                  </a:lnTo>
                  <a:lnTo>
                    <a:pt x="0" y="6572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4155941" y="1519582"/>
              <a:ext cx="226602" cy="139177"/>
            </a:xfrm>
            <a:custGeom>
              <a:avLst/>
              <a:gdLst/>
              <a:ahLst/>
              <a:cxnLst/>
              <a:rect l="l" t="t" r="r" b="b"/>
              <a:pathLst>
                <a:path w="429577" h="263842" extrusionOk="0">
                  <a:moveTo>
                    <a:pt x="429577" y="263843"/>
                  </a:moveTo>
                  <a:lnTo>
                    <a:pt x="429577" y="16193"/>
                  </a:lnTo>
                  <a:cubicBezTo>
                    <a:pt x="429577" y="6668"/>
                    <a:pt x="421957" y="0"/>
                    <a:pt x="413385" y="0"/>
                  </a:cubicBez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262890"/>
                  </a:lnTo>
                  <a:lnTo>
                    <a:pt x="429577" y="262890"/>
                  </a:lnTo>
                  <a:close/>
                  <a:moveTo>
                    <a:pt x="280035" y="131445"/>
                  </a:moveTo>
                  <a:lnTo>
                    <a:pt x="313373" y="131445"/>
                  </a:lnTo>
                  <a:cubicBezTo>
                    <a:pt x="322898" y="131445"/>
                    <a:pt x="329565" y="139065"/>
                    <a:pt x="329565" y="147638"/>
                  </a:cubicBezTo>
                  <a:lnTo>
                    <a:pt x="329565" y="213360"/>
                  </a:lnTo>
                  <a:cubicBezTo>
                    <a:pt x="329565" y="222885"/>
                    <a:pt x="321945" y="229553"/>
                    <a:pt x="313373" y="229553"/>
                  </a:cubicBezTo>
                  <a:lnTo>
                    <a:pt x="116205" y="229553"/>
                  </a:lnTo>
                  <a:cubicBezTo>
                    <a:pt x="106680" y="229553"/>
                    <a:pt x="100013" y="221933"/>
                    <a:pt x="100013" y="213360"/>
                  </a:cubicBezTo>
                  <a:lnTo>
                    <a:pt x="100013" y="115253"/>
                  </a:lnTo>
                  <a:cubicBezTo>
                    <a:pt x="100013" y="105728"/>
                    <a:pt x="107632" y="99060"/>
                    <a:pt x="116205" y="99060"/>
                  </a:cubicBezTo>
                  <a:lnTo>
                    <a:pt x="165735" y="99060"/>
                  </a:lnTo>
                  <a:lnTo>
                    <a:pt x="165735" y="82868"/>
                  </a:lnTo>
                  <a:cubicBezTo>
                    <a:pt x="165735" y="73343"/>
                    <a:pt x="173355" y="66675"/>
                    <a:pt x="181927" y="66675"/>
                  </a:cubicBezTo>
                  <a:lnTo>
                    <a:pt x="247650" y="66675"/>
                  </a:lnTo>
                  <a:cubicBezTo>
                    <a:pt x="257175" y="66675"/>
                    <a:pt x="263843" y="74295"/>
                    <a:pt x="263843" y="82868"/>
                  </a:cubicBezTo>
                  <a:lnTo>
                    <a:pt x="263843" y="132398"/>
                  </a:lnTo>
                  <a:lnTo>
                    <a:pt x="280035" y="13239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4" name="Google Shape;384;p29"/>
            <p:cNvGrpSpPr/>
            <p:nvPr/>
          </p:nvGrpSpPr>
          <p:grpSpPr>
            <a:xfrm>
              <a:off x="4120672" y="1676185"/>
              <a:ext cx="298226" cy="69494"/>
              <a:chOff x="5243691" y="978217"/>
              <a:chExt cx="564075" cy="131444"/>
            </a:xfrm>
          </p:grpSpPr>
          <p:sp>
            <p:nvSpPr>
              <p:cNvPr id="385" name="Google Shape;385;p29"/>
              <p:cNvSpPr/>
              <p:nvPr/>
            </p:nvSpPr>
            <p:spPr>
              <a:xfrm>
                <a:off x="5438774" y="1043939"/>
                <a:ext cx="171450" cy="6572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65722" extrusionOk="0">
                    <a:moveTo>
                      <a:pt x="16193" y="0"/>
                    </a:moveTo>
                    <a:lnTo>
                      <a:pt x="0" y="65723"/>
                    </a:lnTo>
                    <a:lnTo>
                      <a:pt x="171450" y="65723"/>
                    </a:lnTo>
                    <a:lnTo>
                      <a:pt x="155257" y="0"/>
                    </a:lnTo>
                    <a:lnTo>
                      <a:pt x="16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29"/>
              <p:cNvSpPr/>
              <p:nvPr/>
            </p:nvSpPr>
            <p:spPr>
              <a:xfrm>
                <a:off x="5243691" y="978217"/>
                <a:ext cx="564075" cy="131444"/>
              </a:xfrm>
              <a:custGeom>
                <a:avLst/>
                <a:gdLst/>
                <a:ahLst/>
                <a:cxnLst/>
                <a:rect l="l" t="t" r="r" b="b"/>
                <a:pathLst>
                  <a:path w="564075" h="131444" extrusionOk="0">
                    <a:moveTo>
                      <a:pt x="506550" y="0"/>
                    </a:moveTo>
                    <a:lnTo>
                      <a:pt x="56018" y="0"/>
                    </a:lnTo>
                    <a:lnTo>
                      <a:pt x="1725" y="107632"/>
                    </a:lnTo>
                    <a:cubicBezTo>
                      <a:pt x="-1132" y="112395"/>
                      <a:pt x="-180" y="119063"/>
                      <a:pt x="2678" y="123825"/>
                    </a:cubicBezTo>
                    <a:cubicBezTo>
                      <a:pt x="5535" y="128588"/>
                      <a:pt x="11250" y="131445"/>
                      <a:pt x="16965" y="131445"/>
                    </a:cubicBezTo>
                    <a:lnTo>
                      <a:pt x="161745" y="131445"/>
                    </a:lnTo>
                    <a:lnTo>
                      <a:pt x="183653" y="44768"/>
                    </a:lnTo>
                    <a:cubicBezTo>
                      <a:pt x="185558" y="37147"/>
                      <a:pt x="192225" y="32385"/>
                      <a:pt x="199845" y="32385"/>
                    </a:cubicBezTo>
                    <a:lnTo>
                      <a:pt x="364628" y="32385"/>
                    </a:lnTo>
                    <a:cubicBezTo>
                      <a:pt x="372248" y="32385"/>
                      <a:pt x="378915" y="37147"/>
                      <a:pt x="380820" y="44768"/>
                    </a:cubicBezTo>
                    <a:lnTo>
                      <a:pt x="402728" y="131445"/>
                    </a:lnTo>
                    <a:lnTo>
                      <a:pt x="547508" y="131445"/>
                    </a:lnTo>
                    <a:cubicBezTo>
                      <a:pt x="553223" y="131445"/>
                      <a:pt x="558938" y="128588"/>
                      <a:pt x="561795" y="123825"/>
                    </a:cubicBezTo>
                    <a:cubicBezTo>
                      <a:pt x="564653" y="119063"/>
                      <a:pt x="564653" y="113347"/>
                      <a:pt x="562748" y="107632"/>
                    </a:cubicBezTo>
                    <a:lnTo>
                      <a:pt x="5065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7" name="Google Shape;387;p29"/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388" name="Google Shape;388;p29">
              <a:hlinkClick r:id="rId3" action="ppaction://hlinksldjump"/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9" name="Google Shape;389;p29">
              <a:hlinkClick r:id="rId4" action="ppaction://hlinksldjump"/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0" name="Google Shape;390;p29">
              <a:hlinkClick r:id="rId5" action="ppaction://hlinksldjump"/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1" name="Google Shape;391;p29">
              <a:hlinkClick r:id="rId6" action="ppaction://hlinksldjump"/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2" name="Google Shape;392;p29">
              <a:hlinkClick r:id="rId7" action="ppaction://hlinksldjump"/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3" name="Google Shape;393;p29">
              <a:hlinkClick r:id="rId8" action="ppaction://hlinksldjump"/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4" name="Google Shape;394;p29">
              <a:hlinkClick r:id="rId9" action="ppaction://hlinksldjump"/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5" name="Google Shape;395;p29">
              <a:hlinkClick r:id="rId10" action="ppaction://hlinksldjump"/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6" name="Google Shape;396;p29">
              <a:hlinkClick r:id="rId11" action="ppaction://hlinksldjump"/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7" name="Google Shape;397;p29">
              <a:hlinkClick r:id="rId12" action="ppaction://hlinksldjump"/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8" name="Google Shape;398;p29">
              <a:hlinkClick r:id="rId13" action="ppaction://hlinksldjump"/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9" name="Google Shape;399;p29">
              <a:hlinkClick r:id="rId14" action="ppaction://hlinksldjump"/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0" name="Google Shape;400;p29">
              <a:hlinkClick r:id="rId15" action="ppaction://hlinksldjump"/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1" name="Google Shape;401;p29">
              <a:hlinkClick r:id="rId16" action="ppaction://hlinksldjump"/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2" name="Google Shape;402;p29">
              <a:hlinkClick r:id="rId14" action="ppaction://hlinksldjump"/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3" name="Google Shape;403;p29">
              <a:hlinkClick r:id="rId15" action="ppaction://hlinksldjump"/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29">
              <a:hlinkClick r:id="rId17" action="ppaction://hlinksldjump"/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5" name="Google Shape;405;p29">
              <a:hlinkClick r:id="" action="ppaction://noaction"/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6" name="Google Shape;406;p29">
              <a:hlinkClick r:id="" action="ppaction://noaction"/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7" name="Google Shape;407;p29">
              <a:hlinkClick r:id="rId18" action="ppaction://hlinksldjump"/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ОЧИСТКА СТАТЕЙ</a:t>
            </a:r>
          </a:p>
        </p:txBody>
      </p:sp>
      <p:sp>
        <p:nvSpPr>
          <p:cNvPr id="413" name="Google Shape;413;p30"/>
          <p:cNvSpPr txBox="1">
            <a:spLocks noGrp="1"/>
          </p:cNvSpPr>
          <p:nvPr>
            <p:ph type="subTitle" idx="4"/>
          </p:nvPr>
        </p:nvSpPr>
        <p:spPr>
          <a:xfrm>
            <a:off x="798518" y="1450199"/>
            <a:ext cx="4854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Убраны подзаголовки</a:t>
            </a:r>
            <a:endParaRPr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415" name="Google Shape;415;p30"/>
          <p:cNvSpPr txBox="1">
            <a:spLocks noGrp="1"/>
          </p:cNvSpPr>
          <p:nvPr>
            <p:ph type="subTitle" idx="1"/>
          </p:nvPr>
        </p:nvSpPr>
        <p:spPr>
          <a:xfrm>
            <a:off x="798518" y="1832022"/>
            <a:ext cx="4854000" cy="17666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введение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цель и задачи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методы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результаты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заключение</a:t>
            </a:r>
          </a:p>
        </p:txBody>
      </p:sp>
      <p:grpSp>
        <p:nvGrpSpPr>
          <p:cNvPr id="432" name="Google Shape;432;p30"/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433" name="Google Shape;433;p30">
              <a:hlinkClick r:id="rId3" action="ppaction://hlinksldjump"/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4" name="Google Shape;434;p30">
              <a:hlinkClick r:id="rId4" action="ppaction://hlinksldjump"/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5" name="Google Shape;435;p30">
              <a:hlinkClick r:id="rId5" action="ppaction://hlinksldjump"/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6" name="Google Shape;436;p30">
              <a:hlinkClick r:id="rId6" action="ppaction://hlinksldjump"/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7" name="Google Shape;437;p30">
              <a:hlinkClick r:id="rId7" action="ppaction://hlinksldjump"/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8" name="Google Shape;438;p30">
              <a:hlinkClick r:id="rId8" action="ppaction://hlinksldjump"/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9" name="Google Shape;439;p30">
              <a:hlinkClick r:id="rId9" action="ppaction://hlinksldjump"/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0" name="Google Shape;440;p30">
              <a:hlinkClick r:id="rId10" action="ppaction://hlinksldjump"/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1" name="Google Shape;441;p30">
              <a:hlinkClick r:id="rId11" action="ppaction://hlinksldjump"/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2" name="Google Shape;442;p30">
              <a:hlinkClick r:id="rId12" action="ppaction://hlinksldjump"/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30">
              <a:hlinkClick r:id="rId13" action="ppaction://hlinksldjump"/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4" name="Google Shape;444;p30">
              <a:hlinkClick r:id="rId14" action="ppaction://hlinksldjump"/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5" name="Google Shape;445;p30">
              <a:hlinkClick r:id="rId15" action="ppaction://hlinksldjump"/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6" name="Google Shape;446;p30">
              <a:hlinkClick r:id="rId16" action="ppaction://hlinksldjump"/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7" name="Google Shape;447;p30">
              <a:hlinkClick r:id="rId14" action="ppaction://hlinksldjump"/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8" name="Google Shape;448;p30">
              <a:hlinkClick r:id="rId15" action="ppaction://hlinksldjump"/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9" name="Google Shape;449;p30">
              <a:hlinkClick r:id="rId17" action="ppaction://hlinksldjump"/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0" name="Google Shape;450;p30">
              <a:hlinkClick r:id="" action="ppaction://noaction"/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1" name="Google Shape;451;p30">
              <a:hlinkClick r:id="" action="ppaction://noaction"/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2" name="Google Shape;452;p30">
              <a:hlinkClick r:id="rId18" action="ppaction://hlinksldjump"/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"/>
          <p:cNvSpPr txBox="1">
            <a:spLocks noGrp="1"/>
          </p:cNvSpPr>
          <p:nvPr>
            <p:ph type="subTitle" idx="6"/>
          </p:nvPr>
        </p:nvSpPr>
        <p:spPr>
          <a:xfrm>
            <a:off x="1598950" y="2852076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Промпт</a:t>
            </a:r>
            <a:r>
              <a:rPr lang="ru-RU" sz="18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 3</a:t>
            </a:r>
            <a:endParaRPr sz="1800" b="1"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458" name="Google Shape;458;p31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791043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РАЗРАБОТКА СИСТЕМЫ ПРОМПТОВ</a:t>
            </a:r>
            <a:endParaRPr lang="ru-RU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459" name="Google Shape;459;p31"/>
          <p:cNvSpPr txBox="1">
            <a:spLocks noGrp="1"/>
          </p:cNvSpPr>
          <p:nvPr>
            <p:ph type="subTitle" idx="1"/>
          </p:nvPr>
        </p:nvSpPr>
        <p:spPr>
          <a:xfrm>
            <a:off x="1598950" y="175307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Проанализируй статью и определи её структуру</a:t>
            </a:r>
            <a:endParaRPr sz="1400" dirty="0">
              <a:solidFill>
                <a:schemeClr val="accent6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460" name="Google Shape;460;p31"/>
          <p:cNvSpPr txBox="1">
            <a:spLocks noGrp="1"/>
          </p:cNvSpPr>
          <p:nvPr>
            <p:ph type="subTitle" idx="2"/>
          </p:nvPr>
        </p:nvSpPr>
        <p:spPr>
          <a:xfrm>
            <a:off x="5116092" y="1903963"/>
            <a:ext cx="3480171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4625" lvl="0" indent="-174625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74625" algn="l"/>
              </a:tabLst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найти актуальность, цель, задачи</a:t>
            </a:r>
          </a:p>
          <a:p>
            <a:pPr marL="174625" lvl="0" indent="-174625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74625" algn="l"/>
              </a:tabLst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кратко сформулировать выводы</a:t>
            </a:r>
          </a:p>
          <a:p>
            <a:pPr marL="174625" lvl="0" indent="-174625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74625" algn="l"/>
              </a:tabLst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не придумывать лишнего</a:t>
            </a:r>
          </a:p>
        </p:txBody>
      </p:sp>
      <p:sp>
        <p:nvSpPr>
          <p:cNvPr id="461" name="Google Shape;461;p31"/>
          <p:cNvSpPr txBox="1">
            <a:spLocks noGrp="1"/>
          </p:cNvSpPr>
          <p:nvPr>
            <p:ph type="subTitle" idx="3"/>
          </p:nvPr>
        </p:nvSpPr>
        <p:spPr>
          <a:xfrm>
            <a:off x="1342848" y="3333777"/>
            <a:ext cx="3245288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полный список критериев структуры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требование цитат из текста;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табличный формат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комментарии к каждому элементу</a:t>
            </a:r>
          </a:p>
        </p:txBody>
      </p:sp>
      <p:sp>
        <p:nvSpPr>
          <p:cNvPr id="462" name="Google Shape;462;p31"/>
          <p:cNvSpPr txBox="1">
            <a:spLocks noGrp="1"/>
          </p:cNvSpPr>
          <p:nvPr>
            <p:ph type="subTitle" idx="4"/>
          </p:nvPr>
        </p:nvSpPr>
        <p:spPr>
          <a:xfrm>
            <a:off x="4951934" y="3363875"/>
            <a:ext cx="3482012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проверка логики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анализ соответствия цели и задач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поиск противоречий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сравнение выводов с заявленными задачами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Montserrat Medium" panose="00000600000000000000" pitchFamily="2" charset="-52"/>
              </a:rPr>
              <a:t>соответствие ГОСТ</a:t>
            </a:r>
          </a:p>
        </p:txBody>
      </p:sp>
      <p:sp>
        <p:nvSpPr>
          <p:cNvPr id="463" name="Google Shape;463;p31"/>
          <p:cNvSpPr txBox="1">
            <a:spLocks noGrp="1"/>
          </p:cNvSpPr>
          <p:nvPr>
            <p:ph type="subTitle" idx="5"/>
          </p:nvPr>
        </p:nvSpPr>
        <p:spPr>
          <a:xfrm>
            <a:off x="1598951" y="13717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sz="1800" b="1" dirty="0" err="1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Промпт</a:t>
            </a:r>
            <a:r>
              <a:rPr lang="ru-RU" sz="18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 1</a:t>
            </a:r>
            <a:endParaRPr sz="1800" b="1"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464" name="Google Shape;464;p31"/>
          <p:cNvSpPr txBox="1">
            <a:spLocks noGrp="1"/>
          </p:cNvSpPr>
          <p:nvPr>
            <p:ph type="subTitle" idx="7"/>
          </p:nvPr>
        </p:nvSpPr>
        <p:spPr>
          <a:xfrm>
            <a:off x="5477563" y="13717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sz="1800" b="1" dirty="0" err="1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Промпт</a:t>
            </a:r>
            <a:r>
              <a:rPr lang="ru-RU" sz="18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 2</a:t>
            </a:r>
            <a:endParaRPr sz="1800"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465" name="Google Shape;465;p31"/>
          <p:cNvSpPr txBox="1">
            <a:spLocks noGrp="1"/>
          </p:cNvSpPr>
          <p:nvPr>
            <p:ph type="subTitle" idx="8"/>
          </p:nvPr>
        </p:nvSpPr>
        <p:spPr>
          <a:xfrm>
            <a:off x="5477563" y="29175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sz="1800" b="1" dirty="0" err="1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Промпт</a:t>
            </a:r>
            <a:r>
              <a:rPr lang="ru-RU" sz="18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</a:rPr>
              <a:t> 4 </a:t>
            </a:r>
            <a:endParaRPr sz="1800"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grpSp>
        <p:nvGrpSpPr>
          <p:cNvPr id="466" name="Google Shape;466;p31"/>
          <p:cNvGrpSpPr/>
          <p:nvPr/>
        </p:nvGrpSpPr>
        <p:grpSpPr>
          <a:xfrm>
            <a:off x="4968977" y="1463011"/>
            <a:ext cx="296442" cy="278333"/>
            <a:chOff x="6799877" y="1493899"/>
            <a:chExt cx="296442" cy="278333"/>
          </a:xfrm>
        </p:grpSpPr>
        <p:sp>
          <p:nvSpPr>
            <p:cNvPr id="467" name="Google Shape;467;p31"/>
            <p:cNvSpPr/>
            <p:nvPr/>
          </p:nvSpPr>
          <p:spPr>
            <a:xfrm>
              <a:off x="6921749" y="1703021"/>
              <a:ext cx="52254" cy="69211"/>
            </a:xfrm>
            <a:custGeom>
              <a:avLst/>
              <a:gdLst/>
              <a:ahLst/>
              <a:cxnLst/>
              <a:rect l="l" t="t" r="r" b="b"/>
              <a:pathLst>
                <a:path w="99060" h="131206" extrusionOk="0">
                  <a:moveTo>
                    <a:pt x="49531" y="131207"/>
                  </a:moveTo>
                  <a:cubicBezTo>
                    <a:pt x="21908" y="131207"/>
                    <a:pt x="0" y="109299"/>
                    <a:pt x="0" y="81677"/>
                  </a:cubicBezTo>
                  <a:cubicBezTo>
                    <a:pt x="0" y="60722"/>
                    <a:pt x="24766" y="21669"/>
                    <a:pt x="36195" y="6429"/>
                  </a:cubicBezTo>
                  <a:cubicBezTo>
                    <a:pt x="41910" y="-2143"/>
                    <a:pt x="57150" y="-2143"/>
                    <a:pt x="62866" y="6429"/>
                  </a:cubicBezTo>
                  <a:cubicBezTo>
                    <a:pt x="73343" y="21669"/>
                    <a:pt x="99060" y="60722"/>
                    <a:pt x="99060" y="81677"/>
                  </a:cubicBezTo>
                  <a:cubicBezTo>
                    <a:pt x="99060" y="109299"/>
                    <a:pt x="76200" y="131207"/>
                    <a:pt x="49531" y="131207"/>
                  </a:cubicBezTo>
                  <a:lnTo>
                    <a:pt x="49531" y="1312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6874410" y="1633397"/>
              <a:ext cx="64814" cy="63810"/>
            </a:xfrm>
            <a:custGeom>
              <a:avLst/>
              <a:gdLst/>
              <a:ahLst/>
              <a:cxnLst/>
              <a:rect l="l" t="t" r="r" b="b"/>
              <a:pathLst>
                <a:path w="122871" h="120967" extrusionOk="0">
                  <a:moveTo>
                    <a:pt x="122872" y="0"/>
                  </a:moveTo>
                  <a:cubicBezTo>
                    <a:pt x="76200" y="3810"/>
                    <a:pt x="33338" y="21907"/>
                    <a:pt x="0" y="50482"/>
                  </a:cubicBezTo>
                  <a:lnTo>
                    <a:pt x="70484" y="120968"/>
                  </a:lnTo>
                  <a:cubicBezTo>
                    <a:pt x="85725" y="109538"/>
                    <a:pt x="102869" y="101918"/>
                    <a:pt x="122872" y="99060"/>
                  </a:cubicBezTo>
                  <a:lnTo>
                    <a:pt x="1228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1"/>
            <p:cNvSpPr/>
            <p:nvPr/>
          </p:nvSpPr>
          <p:spPr>
            <a:xfrm>
              <a:off x="6956498" y="1633397"/>
              <a:ext cx="64815" cy="64312"/>
            </a:xfrm>
            <a:custGeom>
              <a:avLst/>
              <a:gdLst/>
              <a:ahLst/>
              <a:cxnLst/>
              <a:rect l="l" t="t" r="r" b="b"/>
              <a:pathLst>
                <a:path w="122872" h="121919" extrusionOk="0">
                  <a:moveTo>
                    <a:pt x="0" y="0"/>
                  </a:moveTo>
                  <a:lnTo>
                    <a:pt x="0" y="100013"/>
                  </a:lnTo>
                  <a:cubicBezTo>
                    <a:pt x="19050" y="102870"/>
                    <a:pt x="37148" y="110490"/>
                    <a:pt x="52388" y="121920"/>
                  </a:cubicBezTo>
                  <a:lnTo>
                    <a:pt x="122873" y="51435"/>
                  </a:lnTo>
                  <a:cubicBezTo>
                    <a:pt x="89535" y="22860"/>
                    <a:pt x="46673" y="381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6996283" y="1672678"/>
              <a:ext cx="63876" cy="81898"/>
            </a:xfrm>
            <a:custGeom>
              <a:avLst/>
              <a:gdLst/>
              <a:ahLst/>
              <a:cxnLst/>
              <a:rect l="l" t="t" r="r" b="b"/>
              <a:pathLst>
                <a:path w="121092" h="155257" extrusionOk="0">
                  <a:moveTo>
                    <a:pt x="70485" y="0"/>
                  </a:moveTo>
                  <a:lnTo>
                    <a:pt x="0" y="70485"/>
                  </a:lnTo>
                  <a:cubicBezTo>
                    <a:pt x="14288" y="89535"/>
                    <a:pt x="22860" y="113348"/>
                    <a:pt x="22860" y="139065"/>
                  </a:cubicBezTo>
                  <a:cubicBezTo>
                    <a:pt x="22860" y="148590"/>
                    <a:pt x="30480" y="155258"/>
                    <a:pt x="39052" y="155258"/>
                  </a:cubicBezTo>
                  <a:lnTo>
                    <a:pt x="104775" y="155258"/>
                  </a:lnTo>
                  <a:cubicBezTo>
                    <a:pt x="114300" y="155258"/>
                    <a:pt x="120967" y="147638"/>
                    <a:pt x="120967" y="139065"/>
                  </a:cubicBezTo>
                  <a:cubicBezTo>
                    <a:pt x="122873" y="86677"/>
                    <a:pt x="102870" y="38100"/>
                    <a:pt x="70485" y="0"/>
                  </a:cubicBezTo>
                  <a:lnTo>
                    <a:pt x="704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6834625" y="1672678"/>
              <a:ext cx="63810" cy="81898"/>
            </a:xfrm>
            <a:custGeom>
              <a:avLst/>
              <a:gdLst/>
              <a:ahLst/>
              <a:cxnLst/>
              <a:rect l="l" t="t" r="r" b="b"/>
              <a:pathLst>
                <a:path w="120967" h="155257" extrusionOk="0">
                  <a:moveTo>
                    <a:pt x="51435" y="0"/>
                  </a:moveTo>
                  <a:cubicBezTo>
                    <a:pt x="19050" y="37148"/>
                    <a:pt x="0" y="85725"/>
                    <a:pt x="0" y="139065"/>
                  </a:cubicBezTo>
                  <a:cubicBezTo>
                    <a:pt x="0" y="148590"/>
                    <a:pt x="7619" y="155258"/>
                    <a:pt x="16192" y="155258"/>
                  </a:cubicBezTo>
                  <a:lnTo>
                    <a:pt x="81915" y="155258"/>
                  </a:lnTo>
                  <a:cubicBezTo>
                    <a:pt x="91440" y="155258"/>
                    <a:pt x="98107" y="147638"/>
                    <a:pt x="98107" y="139065"/>
                  </a:cubicBezTo>
                  <a:cubicBezTo>
                    <a:pt x="98107" y="113348"/>
                    <a:pt x="106680" y="89535"/>
                    <a:pt x="120967" y="70485"/>
                  </a:cubicBezTo>
                  <a:lnTo>
                    <a:pt x="514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6799877" y="1493899"/>
              <a:ext cx="296442" cy="225597"/>
            </a:xfrm>
            <a:custGeom>
              <a:avLst/>
              <a:gdLst/>
              <a:ahLst/>
              <a:cxnLst/>
              <a:rect l="l" t="t" r="r" b="b"/>
              <a:pathLst>
                <a:path w="561975" h="427672" extrusionOk="0">
                  <a:moveTo>
                    <a:pt x="545783" y="0"/>
                  </a:moveTo>
                  <a:lnTo>
                    <a:pt x="336233" y="0"/>
                  </a:lnTo>
                  <a:lnTo>
                    <a:pt x="296227" y="120015"/>
                  </a:lnTo>
                  <a:cubicBezTo>
                    <a:pt x="294323" y="126683"/>
                    <a:pt x="287655" y="131445"/>
                    <a:pt x="280988" y="131445"/>
                  </a:cubicBezTo>
                  <a:lnTo>
                    <a:pt x="0" y="131445"/>
                  </a:lnTo>
                  <a:lnTo>
                    <a:pt x="0" y="411480"/>
                  </a:lnTo>
                  <a:cubicBezTo>
                    <a:pt x="0" y="421005"/>
                    <a:pt x="7620" y="427673"/>
                    <a:pt x="16192" y="427673"/>
                  </a:cubicBezTo>
                  <a:lnTo>
                    <a:pt x="38100" y="427673"/>
                  </a:lnTo>
                  <a:cubicBezTo>
                    <a:pt x="60960" y="315278"/>
                    <a:pt x="160973" y="230505"/>
                    <a:pt x="280035" y="230505"/>
                  </a:cubicBezTo>
                  <a:cubicBezTo>
                    <a:pt x="399098" y="230505"/>
                    <a:pt x="499110" y="315278"/>
                    <a:pt x="521970" y="427673"/>
                  </a:cubicBezTo>
                  <a:lnTo>
                    <a:pt x="545783" y="427673"/>
                  </a:lnTo>
                  <a:cubicBezTo>
                    <a:pt x="555308" y="427673"/>
                    <a:pt x="561975" y="420053"/>
                    <a:pt x="561975" y="411480"/>
                  </a:cubicBezTo>
                  <a:lnTo>
                    <a:pt x="561975" y="16193"/>
                  </a:lnTo>
                  <a:cubicBezTo>
                    <a:pt x="561975" y="7620"/>
                    <a:pt x="554355" y="0"/>
                    <a:pt x="545783" y="0"/>
                  </a:cubicBezTo>
                  <a:lnTo>
                    <a:pt x="545783" y="0"/>
                  </a:lnTo>
                  <a:close/>
                  <a:moveTo>
                    <a:pt x="444817" y="197168"/>
                  </a:moveTo>
                  <a:lnTo>
                    <a:pt x="115252" y="197168"/>
                  </a:lnTo>
                  <a:cubicBezTo>
                    <a:pt x="105727" y="197168"/>
                    <a:pt x="99060" y="189548"/>
                    <a:pt x="99060" y="180975"/>
                  </a:cubicBezTo>
                  <a:cubicBezTo>
                    <a:pt x="99060" y="172403"/>
                    <a:pt x="106680" y="164783"/>
                    <a:pt x="115252" y="164783"/>
                  </a:cubicBezTo>
                  <a:lnTo>
                    <a:pt x="444817" y="164783"/>
                  </a:lnTo>
                  <a:cubicBezTo>
                    <a:pt x="454342" y="164783"/>
                    <a:pt x="461010" y="172403"/>
                    <a:pt x="461010" y="180975"/>
                  </a:cubicBezTo>
                  <a:cubicBezTo>
                    <a:pt x="461010" y="189548"/>
                    <a:pt x="453390" y="197168"/>
                    <a:pt x="444817" y="197168"/>
                  </a:cubicBezTo>
                  <a:lnTo>
                    <a:pt x="444817" y="19716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6799877" y="1493899"/>
              <a:ext cx="158772" cy="52254"/>
            </a:xfrm>
            <a:custGeom>
              <a:avLst/>
              <a:gdLst/>
              <a:ahLst/>
              <a:cxnLst/>
              <a:rect l="l" t="t" r="r" b="b"/>
              <a:pathLst>
                <a:path w="300989" h="99059" extrusionOk="0">
                  <a:moveTo>
                    <a:pt x="267652" y="99060"/>
                  </a:moveTo>
                  <a:lnTo>
                    <a:pt x="300990" y="0"/>
                  </a:lnTo>
                  <a:lnTo>
                    <a:pt x="16192" y="0"/>
                  </a:lnTo>
                  <a:cubicBezTo>
                    <a:pt x="6667" y="0"/>
                    <a:pt x="0" y="7620"/>
                    <a:pt x="0" y="16193"/>
                  </a:cubicBezTo>
                  <a:lnTo>
                    <a:pt x="0" y="98108"/>
                  </a:lnTo>
                  <a:lnTo>
                    <a:pt x="267652" y="98108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8"/>
                    <a:pt x="230505" y="49530"/>
                  </a:cubicBezTo>
                  <a:cubicBezTo>
                    <a:pt x="230505" y="58103"/>
                    <a:pt x="222885" y="65723"/>
                    <a:pt x="214313" y="65723"/>
                  </a:cubicBezTo>
                  <a:cubicBezTo>
                    <a:pt x="205740" y="65723"/>
                    <a:pt x="198120" y="58103"/>
                    <a:pt x="198120" y="49530"/>
                  </a:cubicBezTo>
                  <a:cubicBezTo>
                    <a:pt x="198120" y="40958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3" y="40958"/>
                    <a:pt x="164783" y="49530"/>
                  </a:cubicBezTo>
                  <a:cubicBezTo>
                    <a:pt x="164783" y="58103"/>
                    <a:pt x="157163" y="65723"/>
                    <a:pt x="148590" y="65723"/>
                  </a:cubicBezTo>
                  <a:cubicBezTo>
                    <a:pt x="140017" y="65723"/>
                    <a:pt x="132398" y="58103"/>
                    <a:pt x="132398" y="49530"/>
                  </a:cubicBezTo>
                  <a:cubicBezTo>
                    <a:pt x="132398" y="40958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1915" y="33338"/>
                  </a:moveTo>
                  <a:cubicBezTo>
                    <a:pt x="91440" y="33338"/>
                    <a:pt x="98108" y="40958"/>
                    <a:pt x="98108" y="49530"/>
                  </a:cubicBezTo>
                  <a:cubicBezTo>
                    <a:pt x="98108" y="58103"/>
                    <a:pt x="90488" y="65723"/>
                    <a:pt x="81915" y="65723"/>
                  </a:cubicBezTo>
                  <a:cubicBezTo>
                    <a:pt x="73342" y="65723"/>
                    <a:pt x="65723" y="58103"/>
                    <a:pt x="65723" y="49530"/>
                  </a:cubicBezTo>
                  <a:cubicBezTo>
                    <a:pt x="65723" y="40958"/>
                    <a:pt x="73342" y="33338"/>
                    <a:pt x="81915" y="33338"/>
                  </a:cubicBezTo>
                  <a:lnTo>
                    <a:pt x="81915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31"/>
          <p:cNvGrpSpPr/>
          <p:nvPr/>
        </p:nvGrpSpPr>
        <p:grpSpPr>
          <a:xfrm>
            <a:off x="1073901" y="1453709"/>
            <a:ext cx="296442" cy="296936"/>
            <a:chOff x="1350851" y="3498247"/>
            <a:chExt cx="296442" cy="296936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70004" y="3628087"/>
              <a:ext cx="256703" cy="167095"/>
              <a:chOff x="40989" y="4670107"/>
              <a:chExt cx="485537" cy="31604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175292" y="4670107"/>
                <a:ext cx="221694" cy="211586"/>
              </a:xfrm>
              <a:custGeom>
                <a:avLst/>
                <a:gdLst/>
                <a:ahLst/>
                <a:cxnLst/>
                <a:rect l="l" t="t" r="r" b="b"/>
                <a:pathLst>
                  <a:path w="221694" h="211586" extrusionOk="0">
                    <a:moveTo>
                      <a:pt x="159987" y="209550"/>
                    </a:moveTo>
                    <a:lnTo>
                      <a:pt x="109505" y="182880"/>
                    </a:lnTo>
                    <a:lnTo>
                      <a:pt x="59022" y="209550"/>
                    </a:lnTo>
                    <a:cubicBezTo>
                      <a:pt x="53307" y="212408"/>
                      <a:pt x="46640" y="212408"/>
                      <a:pt x="41877" y="208598"/>
                    </a:cubicBezTo>
                    <a:cubicBezTo>
                      <a:pt x="37115" y="204787"/>
                      <a:pt x="34257" y="199073"/>
                      <a:pt x="35210" y="192405"/>
                    </a:cubicBezTo>
                    <a:lnTo>
                      <a:pt x="44735" y="136208"/>
                    </a:lnTo>
                    <a:lnTo>
                      <a:pt x="4730" y="96202"/>
                    </a:lnTo>
                    <a:cubicBezTo>
                      <a:pt x="-33" y="91440"/>
                      <a:pt x="-985" y="85725"/>
                      <a:pt x="920" y="79058"/>
                    </a:cubicBezTo>
                    <a:cubicBezTo>
                      <a:pt x="2825" y="73342"/>
                      <a:pt x="7587" y="68580"/>
                      <a:pt x="14255" y="67627"/>
                    </a:cubicBezTo>
                    <a:lnTo>
                      <a:pt x="70452" y="59055"/>
                    </a:lnTo>
                    <a:lnTo>
                      <a:pt x="96170" y="8573"/>
                    </a:lnTo>
                    <a:cubicBezTo>
                      <a:pt x="101885" y="-2858"/>
                      <a:pt x="119982" y="-2858"/>
                      <a:pt x="125697" y="8573"/>
                    </a:cubicBezTo>
                    <a:lnTo>
                      <a:pt x="151415" y="59055"/>
                    </a:lnTo>
                    <a:lnTo>
                      <a:pt x="207612" y="67627"/>
                    </a:lnTo>
                    <a:cubicBezTo>
                      <a:pt x="213327" y="68580"/>
                      <a:pt x="219042" y="72390"/>
                      <a:pt x="220947" y="79058"/>
                    </a:cubicBezTo>
                    <a:cubicBezTo>
                      <a:pt x="222852" y="84773"/>
                      <a:pt x="220947" y="91440"/>
                      <a:pt x="217137" y="96202"/>
                    </a:cubicBezTo>
                    <a:lnTo>
                      <a:pt x="177132" y="136208"/>
                    </a:lnTo>
                    <a:lnTo>
                      <a:pt x="186657" y="192405"/>
                    </a:lnTo>
                    <a:cubicBezTo>
                      <a:pt x="187610" y="198120"/>
                      <a:pt x="184752" y="204787"/>
                      <a:pt x="179990" y="208598"/>
                    </a:cubicBezTo>
                    <a:cubicBezTo>
                      <a:pt x="172370" y="211455"/>
                      <a:pt x="165702" y="212408"/>
                      <a:pt x="159987" y="209550"/>
                    </a:cubicBezTo>
                    <a:lnTo>
                      <a:pt x="159987" y="2095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31"/>
              <p:cNvSpPr/>
              <p:nvPr/>
            </p:nvSpPr>
            <p:spPr>
              <a:xfrm>
                <a:off x="40989" y="4834889"/>
                <a:ext cx="156924" cy="151267"/>
              </a:xfrm>
              <a:custGeom>
                <a:avLst/>
                <a:gdLst/>
                <a:ahLst/>
                <a:cxnLst/>
                <a:rect l="l" t="t" r="r" b="b"/>
                <a:pathLst>
                  <a:path w="156924" h="151267" extrusionOk="0">
                    <a:moveTo>
                      <a:pt x="110457" y="149542"/>
                    </a:moveTo>
                    <a:lnTo>
                      <a:pt x="79025" y="133350"/>
                    </a:lnTo>
                    <a:lnTo>
                      <a:pt x="47592" y="149542"/>
                    </a:lnTo>
                    <a:cubicBezTo>
                      <a:pt x="41877" y="152400"/>
                      <a:pt x="35210" y="151448"/>
                      <a:pt x="30447" y="148590"/>
                    </a:cubicBezTo>
                    <a:cubicBezTo>
                      <a:pt x="25685" y="144780"/>
                      <a:pt x="22827" y="139065"/>
                      <a:pt x="23780" y="132398"/>
                    </a:cubicBezTo>
                    <a:lnTo>
                      <a:pt x="29495" y="98108"/>
                    </a:lnTo>
                    <a:lnTo>
                      <a:pt x="4730" y="73342"/>
                    </a:lnTo>
                    <a:cubicBezTo>
                      <a:pt x="-33" y="68580"/>
                      <a:pt x="-985" y="62865"/>
                      <a:pt x="920" y="56198"/>
                    </a:cubicBezTo>
                    <a:cubicBezTo>
                      <a:pt x="2825" y="50483"/>
                      <a:pt x="7587" y="45720"/>
                      <a:pt x="14255" y="44767"/>
                    </a:cubicBezTo>
                    <a:lnTo>
                      <a:pt x="48545" y="40005"/>
                    </a:lnTo>
                    <a:lnTo>
                      <a:pt x="63785" y="8573"/>
                    </a:lnTo>
                    <a:cubicBezTo>
                      <a:pt x="69500" y="-2858"/>
                      <a:pt x="87597" y="-2858"/>
                      <a:pt x="93312" y="8573"/>
                    </a:cubicBezTo>
                    <a:lnTo>
                      <a:pt x="108552" y="40005"/>
                    </a:lnTo>
                    <a:lnTo>
                      <a:pt x="142842" y="44767"/>
                    </a:lnTo>
                    <a:cubicBezTo>
                      <a:pt x="148557" y="45720"/>
                      <a:pt x="154272" y="50483"/>
                      <a:pt x="156177" y="56198"/>
                    </a:cubicBezTo>
                    <a:cubicBezTo>
                      <a:pt x="158082" y="61913"/>
                      <a:pt x="156177" y="68580"/>
                      <a:pt x="152367" y="73342"/>
                    </a:cubicBezTo>
                    <a:lnTo>
                      <a:pt x="127602" y="98108"/>
                    </a:lnTo>
                    <a:lnTo>
                      <a:pt x="133317" y="132398"/>
                    </a:lnTo>
                    <a:cubicBezTo>
                      <a:pt x="134270" y="138113"/>
                      <a:pt x="131412" y="144780"/>
                      <a:pt x="126650" y="148590"/>
                    </a:cubicBezTo>
                    <a:cubicBezTo>
                      <a:pt x="122840" y="151448"/>
                      <a:pt x="116172" y="152400"/>
                      <a:pt x="110457" y="149542"/>
                    </a:cubicBezTo>
                    <a:lnTo>
                      <a:pt x="110457" y="14954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31"/>
              <p:cNvSpPr/>
              <p:nvPr/>
            </p:nvSpPr>
            <p:spPr>
              <a:xfrm>
                <a:off x="369602" y="4834889"/>
                <a:ext cx="156924" cy="151267"/>
              </a:xfrm>
              <a:custGeom>
                <a:avLst/>
                <a:gdLst/>
                <a:ahLst/>
                <a:cxnLst/>
                <a:rect l="l" t="t" r="r" b="b"/>
                <a:pathLst>
                  <a:path w="156924" h="151267" extrusionOk="0">
                    <a:moveTo>
                      <a:pt x="110457" y="149542"/>
                    </a:moveTo>
                    <a:lnTo>
                      <a:pt x="79025" y="133350"/>
                    </a:lnTo>
                    <a:lnTo>
                      <a:pt x="47592" y="149542"/>
                    </a:lnTo>
                    <a:cubicBezTo>
                      <a:pt x="41877" y="152400"/>
                      <a:pt x="35210" y="151448"/>
                      <a:pt x="30447" y="148590"/>
                    </a:cubicBezTo>
                    <a:cubicBezTo>
                      <a:pt x="25685" y="144780"/>
                      <a:pt x="22827" y="139065"/>
                      <a:pt x="23780" y="132398"/>
                    </a:cubicBezTo>
                    <a:lnTo>
                      <a:pt x="29495" y="98108"/>
                    </a:lnTo>
                    <a:lnTo>
                      <a:pt x="4730" y="73342"/>
                    </a:lnTo>
                    <a:cubicBezTo>
                      <a:pt x="-33" y="68580"/>
                      <a:pt x="-985" y="62865"/>
                      <a:pt x="920" y="56198"/>
                    </a:cubicBezTo>
                    <a:cubicBezTo>
                      <a:pt x="2825" y="50483"/>
                      <a:pt x="7587" y="45720"/>
                      <a:pt x="14255" y="44767"/>
                    </a:cubicBezTo>
                    <a:lnTo>
                      <a:pt x="48545" y="40005"/>
                    </a:lnTo>
                    <a:lnTo>
                      <a:pt x="63785" y="8573"/>
                    </a:lnTo>
                    <a:cubicBezTo>
                      <a:pt x="69500" y="-2858"/>
                      <a:pt x="87597" y="-2858"/>
                      <a:pt x="93312" y="8573"/>
                    </a:cubicBezTo>
                    <a:lnTo>
                      <a:pt x="108552" y="40005"/>
                    </a:lnTo>
                    <a:lnTo>
                      <a:pt x="142842" y="44767"/>
                    </a:lnTo>
                    <a:cubicBezTo>
                      <a:pt x="148557" y="45720"/>
                      <a:pt x="154272" y="50483"/>
                      <a:pt x="156177" y="56198"/>
                    </a:cubicBezTo>
                    <a:cubicBezTo>
                      <a:pt x="158082" y="61913"/>
                      <a:pt x="156177" y="68580"/>
                      <a:pt x="152367" y="73342"/>
                    </a:cubicBezTo>
                    <a:lnTo>
                      <a:pt x="127602" y="98108"/>
                    </a:lnTo>
                    <a:lnTo>
                      <a:pt x="133317" y="132398"/>
                    </a:lnTo>
                    <a:cubicBezTo>
                      <a:pt x="134270" y="138113"/>
                      <a:pt x="131412" y="144780"/>
                      <a:pt x="126650" y="148590"/>
                    </a:cubicBezTo>
                    <a:cubicBezTo>
                      <a:pt x="122840" y="151448"/>
                      <a:pt x="116172" y="152400"/>
                      <a:pt x="110457" y="149542"/>
                    </a:cubicBezTo>
                    <a:lnTo>
                      <a:pt x="110457" y="14954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9" name="Google Shape;479;p31"/>
            <p:cNvSpPr/>
            <p:nvPr/>
          </p:nvSpPr>
          <p:spPr>
            <a:xfrm>
              <a:off x="1350851" y="3498247"/>
              <a:ext cx="158772" cy="52254"/>
            </a:xfrm>
            <a:custGeom>
              <a:avLst/>
              <a:gdLst/>
              <a:ahLst/>
              <a:cxnLst/>
              <a:rect l="l" t="t" r="r" b="b"/>
              <a:pathLst>
                <a:path w="300990" h="99059" extrusionOk="0">
                  <a:moveTo>
                    <a:pt x="267653" y="99060"/>
                  </a:moveTo>
                  <a:lnTo>
                    <a:pt x="300990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98107"/>
                  </a:lnTo>
                  <a:lnTo>
                    <a:pt x="267653" y="98107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7"/>
                    <a:pt x="230505" y="49530"/>
                  </a:cubicBezTo>
                  <a:cubicBezTo>
                    <a:pt x="230505" y="59055"/>
                    <a:pt x="222885" y="65722"/>
                    <a:pt x="214313" y="65722"/>
                  </a:cubicBezTo>
                  <a:cubicBezTo>
                    <a:pt x="205740" y="65722"/>
                    <a:pt x="198120" y="58103"/>
                    <a:pt x="198120" y="49530"/>
                  </a:cubicBezTo>
                  <a:cubicBezTo>
                    <a:pt x="197168" y="40005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3" y="40957"/>
                    <a:pt x="164783" y="49530"/>
                  </a:cubicBezTo>
                  <a:cubicBezTo>
                    <a:pt x="164783" y="59055"/>
                    <a:pt x="157163" y="65722"/>
                    <a:pt x="148590" y="65722"/>
                  </a:cubicBezTo>
                  <a:cubicBezTo>
                    <a:pt x="140018" y="65722"/>
                    <a:pt x="132398" y="58103"/>
                    <a:pt x="132398" y="49530"/>
                  </a:cubicBezTo>
                  <a:cubicBezTo>
                    <a:pt x="131445" y="40005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1915" y="33338"/>
                  </a:moveTo>
                  <a:cubicBezTo>
                    <a:pt x="91440" y="33338"/>
                    <a:pt x="98108" y="40957"/>
                    <a:pt x="98108" y="49530"/>
                  </a:cubicBezTo>
                  <a:cubicBezTo>
                    <a:pt x="98108" y="59055"/>
                    <a:pt x="90488" y="65722"/>
                    <a:pt x="81915" y="65722"/>
                  </a:cubicBezTo>
                  <a:cubicBezTo>
                    <a:pt x="72390" y="65722"/>
                    <a:pt x="65723" y="58103"/>
                    <a:pt x="65723" y="49530"/>
                  </a:cubicBezTo>
                  <a:cubicBezTo>
                    <a:pt x="65723" y="40005"/>
                    <a:pt x="73343" y="33338"/>
                    <a:pt x="81915" y="33338"/>
                  </a:cubicBezTo>
                  <a:lnTo>
                    <a:pt x="81915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1350851" y="3498247"/>
              <a:ext cx="296442" cy="189421"/>
            </a:xfrm>
            <a:custGeom>
              <a:avLst/>
              <a:gdLst/>
              <a:ahLst/>
              <a:cxnLst/>
              <a:rect l="l" t="t" r="r" b="b"/>
              <a:pathLst>
                <a:path w="561975" h="359092" extrusionOk="0">
                  <a:moveTo>
                    <a:pt x="545783" y="0"/>
                  </a:moveTo>
                  <a:lnTo>
                    <a:pt x="336233" y="0"/>
                  </a:lnTo>
                  <a:lnTo>
                    <a:pt x="295275" y="120015"/>
                  </a:lnTo>
                  <a:cubicBezTo>
                    <a:pt x="293370" y="126682"/>
                    <a:pt x="286703" y="131445"/>
                    <a:pt x="280035" y="131445"/>
                  </a:cubicBezTo>
                  <a:lnTo>
                    <a:pt x="0" y="131445"/>
                  </a:lnTo>
                  <a:lnTo>
                    <a:pt x="0" y="342900"/>
                  </a:lnTo>
                  <a:cubicBezTo>
                    <a:pt x="0" y="352425"/>
                    <a:pt x="7620" y="359093"/>
                    <a:pt x="16193" y="359093"/>
                  </a:cubicBezTo>
                  <a:lnTo>
                    <a:pt x="147638" y="359093"/>
                  </a:lnTo>
                  <a:cubicBezTo>
                    <a:pt x="137160" y="345757"/>
                    <a:pt x="133350" y="329565"/>
                    <a:pt x="139065" y="313372"/>
                  </a:cubicBezTo>
                  <a:cubicBezTo>
                    <a:pt x="144780" y="295275"/>
                    <a:pt x="160020" y="282893"/>
                    <a:pt x="179070" y="280035"/>
                  </a:cubicBezTo>
                  <a:lnTo>
                    <a:pt x="218123" y="274320"/>
                  </a:lnTo>
                  <a:lnTo>
                    <a:pt x="236220" y="239078"/>
                  </a:lnTo>
                  <a:cubicBezTo>
                    <a:pt x="244793" y="222885"/>
                    <a:pt x="260985" y="212407"/>
                    <a:pt x="280035" y="212407"/>
                  </a:cubicBezTo>
                  <a:cubicBezTo>
                    <a:pt x="299085" y="212407"/>
                    <a:pt x="316230" y="222885"/>
                    <a:pt x="323850" y="239078"/>
                  </a:cubicBezTo>
                  <a:lnTo>
                    <a:pt x="341948" y="274320"/>
                  </a:lnTo>
                  <a:lnTo>
                    <a:pt x="381000" y="280035"/>
                  </a:lnTo>
                  <a:cubicBezTo>
                    <a:pt x="400050" y="282893"/>
                    <a:pt x="415290" y="295275"/>
                    <a:pt x="421005" y="313372"/>
                  </a:cubicBezTo>
                  <a:cubicBezTo>
                    <a:pt x="426720" y="329565"/>
                    <a:pt x="422910" y="346710"/>
                    <a:pt x="412433" y="359093"/>
                  </a:cubicBezTo>
                  <a:lnTo>
                    <a:pt x="545783" y="359093"/>
                  </a:lnTo>
                  <a:cubicBezTo>
                    <a:pt x="555308" y="359093"/>
                    <a:pt x="561975" y="351472"/>
                    <a:pt x="561975" y="342900"/>
                  </a:cubicBezTo>
                  <a:lnTo>
                    <a:pt x="561975" y="16193"/>
                  </a:lnTo>
                  <a:cubicBezTo>
                    <a:pt x="561975" y="7620"/>
                    <a:pt x="554355" y="0"/>
                    <a:pt x="545783" y="0"/>
                  </a:cubicBezTo>
                  <a:lnTo>
                    <a:pt x="545783" y="0"/>
                  </a:lnTo>
                  <a:close/>
                  <a:moveTo>
                    <a:pt x="444818" y="195263"/>
                  </a:moveTo>
                  <a:lnTo>
                    <a:pt x="115253" y="195263"/>
                  </a:lnTo>
                  <a:cubicBezTo>
                    <a:pt x="105728" y="195263"/>
                    <a:pt x="99060" y="187643"/>
                    <a:pt x="99060" y="179070"/>
                  </a:cubicBezTo>
                  <a:cubicBezTo>
                    <a:pt x="99060" y="169545"/>
                    <a:pt x="106680" y="162878"/>
                    <a:pt x="115253" y="162878"/>
                  </a:cubicBezTo>
                  <a:lnTo>
                    <a:pt x="444818" y="162878"/>
                  </a:lnTo>
                  <a:cubicBezTo>
                    <a:pt x="454343" y="162878"/>
                    <a:pt x="461010" y="170497"/>
                    <a:pt x="461010" y="179070"/>
                  </a:cubicBezTo>
                  <a:cubicBezTo>
                    <a:pt x="461010" y="187643"/>
                    <a:pt x="453390" y="195263"/>
                    <a:pt x="444818" y="195263"/>
                  </a:cubicBezTo>
                  <a:lnTo>
                    <a:pt x="444818" y="1952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1" name="Google Shape;481;p31"/>
          <p:cNvGrpSpPr/>
          <p:nvPr/>
        </p:nvGrpSpPr>
        <p:grpSpPr>
          <a:xfrm>
            <a:off x="4985420" y="2999431"/>
            <a:ext cx="263565" cy="297103"/>
            <a:chOff x="6830395" y="4163006"/>
            <a:chExt cx="263565" cy="297103"/>
          </a:xfrm>
        </p:grpSpPr>
        <p:sp>
          <p:nvSpPr>
            <p:cNvPr id="482" name="Google Shape;482;p31"/>
            <p:cNvSpPr/>
            <p:nvPr/>
          </p:nvSpPr>
          <p:spPr>
            <a:xfrm>
              <a:off x="6936354" y="4284878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5" h="90487" extrusionOk="0">
                  <a:moveTo>
                    <a:pt x="32385" y="90488"/>
                  </a:moveTo>
                  <a:lnTo>
                    <a:pt x="32385" y="0"/>
                  </a:lnTo>
                  <a:lnTo>
                    <a:pt x="0" y="0"/>
                  </a:lnTo>
                  <a:cubicBezTo>
                    <a:pt x="3810" y="42863"/>
                    <a:pt x="17145" y="76200"/>
                    <a:pt x="32385" y="90488"/>
                  </a:cubicBezTo>
                  <a:lnTo>
                    <a:pt x="32385" y="904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31"/>
            <p:cNvSpPr/>
            <p:nvPr/>
          </p:nvSpPr>
          <p:spPr>
            <a:xfrm>
              <a:off x="6971103" y="4284878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5" h="90487" extrusionOk="0">
                  <a:moveTo>
                    <a:pt x="0" y="0"/>
                  </a:moveTo>
                  <a:lnTo>
                    <a:pt x="0" y="90488"/>
                  </a:lnTo>
                  <a:cubicBezTo>
                    <a:pt x="15240" y="76200"/>
                    <a:pt x="29527" y="41910"/>
                    <a:pt x="3238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6971103" y="4219409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5" h="90487" extrusionOk="0">
                  <a:moveTo>
                    <a:pt x="0" y="0"/>
                  </a:moveTo>
                  <a:lnTo>
                    <a:pt x="0" y="90488"/>
                  </a:lnTo>
                  <a:lnTo>
                    <a:pt x="32385" y="90488"/>
                  </a:lnTo>
                  <a:cubicBezTo>
                    <a:pt x="29527" y="48577"/>
                    <a:pt x="15240" y="14288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6936354" y="4219409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5" h="90487" extrusionOk="0">
                  <a:moveTo>
                    <a:pt x="32385" y="90488"/>
                  </a:moveTo>
                  <a:lnTo>
                    <a:pt x="32385" y="0"/>
                  </a:lnTo>
                  <a:cubicBezTo>
                    <a:pt x="17145" y="14288"/>
                    <a:pt x="2858" y="48577"/>
                    <a:pt x="0" y="90488"/>
                  </a:cubicBezTo>
                  <a:lnTo>
                    <a:pt x="32385" y="904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6995779" y="4224949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1" h="80010" extrusionOk="0">
                  <a:moveTo>
                    <a:pt x="18098" y="80010"/>
                  </a:moveTo>
                  <a:lnTo>
                    <a:pt x="50482" y="80010"/>
                  </a:lnTo>
                  <a:cubicBezTo>
                    <a:pt x="45719" y="46673"/>
                    <a:pt x="26669" y="18098"/>
                    <a:pt x="0" y="0"/>
                  </a:cubicBezTo>
                  <a:cubicBezTo>
                    <a:pt x="10477" y="21907"/>
                    <a:pt x="16192" y="49530"/>
                    <a:pt x="18098" y="80010"/>
                  </a:cubicBezTo>
                  <a:lnTo>
                    <a:pt x="18098" y="800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6849230" y="4163006"/>
              <a:ext cx="226100" cy="226100"/>
            </a:xfrm>
            <a:custGeom>
              <a:avLst/>
              <a:gdLst/>
              <a:ahLst/>
              <a:cxnLst/>
              <a:rect l="l" t="t" r="r" b="b"/>
              <a:pathLst>
                <a:path w="428625" h="428625" extrusionOk="0">
                  <a:moveTo>
                    <a:pt x="214313" y="0"/>
                  </a:moveTo>
                  <a:cubicBezTo>
                    <a:pt x="96202" y="0"/>
                    <a:pt x="0" y="96202"/>
                    <a:pt x="0" y="214313"/>
                  </a:cubicBezTo>
                  <a:cubicBezTo>
                    <a:pt x="0" y="334327"/>
                    <a:pt x="97155" y="428625"/>
                    <a:pt x="214313" y="428625"/>
                  </a:cubicBezTo>
                  <a:cubicBezTo>
                    <a:pt x="330517" y="428625"/>
                    <a:pt x="428625" y="334327"/>
                    <a:pt x="428625" y="214313"/>
                  </a:cubicBezTo>
                  <a:cubicBezTo>
                    <a:pt x="427672" y="96202"/>
                    <a:pt x="332422" y="0"/>
                    <a:pt x="214313" y="0"/>
                  </a:cubicBezTo>
                  <a:lnTo>
                    <a:pt x="214313" y="0"/>
                  </a:lnTo>
                  <a:close/>
                  <a:moveTo>
                    <a:pt x="214313" y="361950"/>
                  </a:moveTo>
                  <a:cubicBezTo>
                    <a:pt x="132397" y="361950"/>
                    <a:pt x="65722" y="295275"/>
                    <a:pt x="65722" y="213360"/>
                  </a:cubicBezTo>
                  <a:cubicBezTo>
                    <a:pt x="65722" y="131445"/>
                    <a:pt x="132397" y="64770"/>
                    <a:pt x="214313" y="64770"/>
                  </a:cubicBezTo>
                  <a:cubicBezTo>
                    <a:pt x="296227" y="64770"/>
                    <a:pt x="362902" y="131445"/>
                    <a:pt x="362902" y="213360"/>
                  </a:cubicBezTo>
                  <a:cubicBezTo>
                    <a:pt x="361950" y="295275"/>
                    <a:pt x="296227" y="361950"/>
                    <a:pt x="214313" y="361950"/>
                  </a:cubicBezTo>
                  <a:lnTo>
                    <a:pt x="214313" y="36195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6995779" y="4284878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1" h="80009" extrusionOk="0">
                  <a:moveTo>
                    <a:pt x="18098" y="0"/>
                  </a:moveTo>
                  <a:cubicBezTo>
                    <a:pt x="16192" y="30480"/>
                    <a:pt x="9525" y="58102"/>
                    <a:pt x="0" y="80010"/>
                  </a:cubicBezTo>
                  <a:cubicBezTo>
                    <a:pt x="26669" y="61913"/>
                    <a:pt x="45719" y="33338"/>
                    <a:pt x="50482" y="0"/>
                  </a:cubicBezTo>
                  <a:lnTo>
                    <a:pt x="180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6902109" y="4224949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1" h="80010" extrusionOk="0">
                  <a:moveTo>
                    <a:pt x="32384" y="80010"/>
                  </a:moveTo>
                  <a:cubicBezTo>
                    <a:pt x="34290" y="49530"/>
                    <a:pt x="40957" y="21907"/>
                    <a:pt x="50482" y="0"/>
                  </a:cubicBezTo>
                  <a:cubicBezTo>
                    <a:pt x="23813" y="18098"/>
                    <a:pt x="4763" y="46673"/>
                    <a:pt x="0" y="80010"/>
                  </a:cubicBezTo>
                  <a:lnTo>
                    <a:pt x="32384" y="800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0" name="Google Shape;490;p31"/>
            <p:cNvGrpSpPr/>
            <p:nvPr/>
          </p:nvGrpSpPr>
          <p:grpSpPr>
            <a:xfrm>
              <a:off x="6830395" y="4284764"/>
              <a:ext cx="263565" cy="175344"/>
              <a:chOff x="10368946" y="5912167"/>
              <a:chExt cx="498515" cy="331651"/>
            </a:xfrm>
          </p:grpSpPr>
          <p:sp>
            <p:nvSpPr>
              <p:cNvPr id="491" name="Google Shape;491;p31"/>
              <p:cNvSpPr/>
              <p:nvPr/>
            </p:nvSpPr>
            <p:spPr>
              <a:xfrm>
                <a:off x="10504169" y="5912167"/>
                <a:ext cx="50481" cy="80009"/>
              </a:xfrm>
              <a:custGeom>
                <a:avLst/>
                <a:gdLst/>
                <a:ahLst/>
                <a:cxnLst/>
                <a:rect l="l" t="t" r="r" b="b"/>
                <a:pathLst>
                  <a:path w="50481" h="80009" extrusionOk="0">
                    <a:moveTo>
                      <a:pt x="32384" y="0"/>
                    </a:moveTo>
                    <a:lnTo>
                      <a:pt x="0" y="0"/>
                    </a:lnTo>
                    <a:cubicBezTo>
                      <a:pt x="4763" y="33338"/>
                      <a:pt x="23813" y="61913"/>
                      <a:pt x="50482" y="80010"/>
                    </a:cubicBezTo>
                    <a:cubicBezTo>
                      <a:pt x="40957" y="58102"/>
                      <a:pt x="34290" y="30480"/>
                      <a:pt x="32384" y="0"/>
                    </a:cubicBezTo>
                    <a:lnTo>
                      <a:pt x="323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1"/>
              <p:cNvSpPr/>
              <p:nvPr/>
            </p:nvSpPr>
            <p:spPr>
              <a:xfrm>
                <a:off x="10368946" y="6076949"/>
                <a:ext cx="231425" cy="166869"/>
              </a:xfrm>
              <a:custGeom>
                <a:avLst/>
                <a:gdLst/>
                <a:ahLst/>
                <a:cxnLst/>
                <a:rect l="l" t="t" r="r" b="b"/>
                <a:pathLst>
                  <a:path w="231425" h="166869" extrusionOk="0">
                    <a:moveTo>
                      <a:pt x="77120" y="0"/>
                    </a:moveTo>
                    <a:lnTo>
                      <a:pt x="4730" y="72390"/>
                    </a:lnTo>
                    <a:cubicBezTo>
                      <a:pt x="-33" y="77152"/>
                      <a:pt x="-985" y="83820"/>
                      <a:pt x="920" y="90488"/>
                    </a:cubicBezTo>
                    <a:cubicBezTo>
                      <a:pt x="3778" y="96202"/>
                      <a:pt x="9492" y="100965"/>
                      <a:pt x="16161" y="100965"/>
                    </a:cubicBezTo>
                    <a:lnTo>
                      <a:pt x="104742" y="100965"/>
                    </a:lnTo>
                    <a:lnTo>
                      <a:pt x="133317" y="158115"/>
                    </a:lnTo>
                    <a:cubicBezTo>
                      <a:pt x="136175" y="162877"/>
                      <a:pt x="140938" y="166688"/>
                      <a:pt x="146653" y="166688"/>
                    </a:cubicBezTo>
                    <a:cubicBezTo>
                      <a:pt x="152367" y="167640"/>
                      <a:pt x="158082" y="164782"/>
                      <a:pt x="160940" y="160020"/>
                    </a:cubicBezTo>
                    <a:lnTo>
                      <a:pt x="231425" y="66675"/>
                    </a:lnTo>
                    <a:cubicBezTo>
                      <a:pt x="175228" y="62865"/>
                      <a:pt x="122840" y="42863"/>
                      <a:pt x="77120" y="0"/>
                    </a:cubicBezTo>
                    <a:lnTo>
                      <a:pt x="771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31"/>
              <p:cNvSpPr/>
              <p:nvPr/>
            </p:nvSpPr>
            <p:spPr>
              <a:xfrm>
                <a:off x="10635614" y="6076949"/>
                <a:ext cx="231847" cy="166687"/>
              </a:xfrm>
              <a:custGeom>
                <a:avLst/>
                <a:gdLst/>
                <a:ahLst/>
                <a:cxnLst/>
                <a:rect l="l" t="t" r="r" b="b"/>
                <a:pathLst>
                  <a:path w="231847" h="166687" extrusionOk="0">
                    <a:moveTo>
                      <a:pt x="154306" y="0"/>
                    </a:moveTo>
                    <a:cubicBezTo>
                      <a:pt x="110490" y="40957"/>
                      <a:pt x="59056" y="62865"/>
                      <a:pt x="0" y="66675"/>
                    </a:cubicBezTo>
                    <a:lnTo>
                      <a:pt x="70485" y="160020"/>
                    </a:lnTo>
                    <a:cubicBezTo>
                      <a:pt x="74295" y="164782"/>
                      <a:pt x="80010" y="166688"/>
                      <a:pt x="84773" y="166688"/>
                    </a:cubicBezTo>
                    <a:cubicBezTo>
                      <a:pt x="90488" y="165735"/>
                      <a:pt x="95250" y="162877"/>
                      <a:pt x="98108" y="158115"/>
                    </a:cubicBezTo>
                    <a:lnTo>
                      <a:pt x="126683" y="100965"/>
                    </a:lnTo>
                    <a:lnTo>
                      <a:pt x="215265" y="100965"/>
                    </a:lnTo>
                    <a:cubicBezTo>
                      <a:pt x="221933" y="100965"/>
                      <a:pt x="227648" y="97155"/>
                      <a:pt x="230506" y="90488"/>
                    </a:cubicBezTo>
                    <a:cubicBezTo>
                      <a:pt x="233363" y="84773"/>
                      <a:pt x="231458" y="77152"/>
                      <a:pt x="226695" y="72390"/>
                    </a:cubicBezTo>
                    <a:lnTo>
                      <a:pt x="1543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4" name="Google Shape;494;p31"/>
          <p:cNvGrpSpPr/>
          <p:nvPr/>
        </p:nvGrpSpPr>
        <p:grpSpPr>
          <a:xfrm>
            <a:off x="1073831" y="2999618"/>
            <a:ext cx="296603" cy="296712"/>
            <a:chOff x="2035756" y="4163006"/>
            <a:chExt cx="296603" cy="296712"/>
          </a:xfrm>
        </p:grpSpPr>
        <p:sp>
          <p:nvSpPr>
            <p:cNvPr id="495" name="Google Shape;495;p31"/>
            <p:cNvSpPr/>
            <p:nvPr/>
          </p:nvSpPr>
          <p:spPr>
            <a:xfrm>
              <a:off x="2105757" y="4163006"/>
              <a:ext cx="226602" cy="191934"/>
            </a:xfrm>
            <a:custGeom>
              <a:avLst/>
              <a:gdLst/>
              <a:ahLst/>
              <a:cxnLst/>
              <a:rect l="l" t="t" r="r" b="b"/>
              <a:pathLst>
                <a:path w="429577" h="363855" extrusionOk="0">
                  <a:moveTo>
                    <a:pt x="345758" y="98107"/>
                  </a:moveTo>
                  <a:cubicBezTo>
                    <a:pt x="345758" y="72390"/>
                    <a:pt x="356235" y="46673"/>
                    <a:pt x="375285" y="28575"/>
                  </a:cubicBezTo>
                  <a:cubicBezTo>
                    <a:pt x="379095" y="24765"/>
                    <a:pt x="381000" y="19050"/>
                    <a:pt x="380048" y="14288"/>
                  </a:cubicBezTo>
                  <a:cubicBezTo>
                    <a:pt x="379095" y="8573"/>
                    <a:pt x="376238" y="4763"/>
                    <a:pt x="371475" y="1905"/>
                  </a:cubicBezTo>
                  <a:cubicBezTo>
                    <a:pt x="369570" y="952"/>
                    <a:pt x="364808" y="0"/>
                    <a:pt x="362903" y="0"/>
                  </a:cubicBezTo>
                  <a:cubicBezTo>
                    <a:pt x="315278" y="0"/>
                    <a:pt x="271463" y="27623"/>
                    <a:pt x="247650" y="68580"/>
                  </a:cubicBezTo>
                  <a:cubicBezTo>
                    <a:pt x="237173" y="67627"/>
                    <a:pt x="225743" y="66675"/>
                    <a:pt x="214313" y="66675"/>
                  </a:cubicBezTo>
                  <a:cubicBezTo>
                    <a:pt x="96203" y="66675"/>
                    <a:pt x="0" y="133350"/>
                    <a:pt x="0" y="215265"/>
                  </a:cubicBezTo>
                  <a:cubicBezTo>
                    <a:pt x="0" y="279082"/>
                    <a:pt x="71438" y="363855"/>
                    <a:pt x="214313" y="363855"/>
                  </a:cubicBezTo>
                  <a:cubicBezTo>
                    <a:pt x="320040" y="363855"/>
                    <a:pt x="429578" y="306705"/>
                    <a:pt x="429578" y="215265"/>
                  </a:cubicBezTo>
                  <a:cubicBezTo>
                    <a:pt x="429578" y="168593"/>
                    <a:pt x="398145" y="125730"/>
                    <a:pt x="345758" y="98107"/>
                  </a:cubicBezTo>
                  <a:lnTo>
                    <a:pt x="345758" y="98107"/>
                  </a:lnTo>
                  <a:close/>
                  <a:moveTo>
                    <a:pt x="164783" y="231457"/>
                  </a:moveTo>
                  <a:cubicBezTo>
                    <a:pt x="164783" y="240982"/>
                    <a:pt x="157163" y="247650"/>
                    <a:pt x="148590" y="247650"/>
                  </a:cubicBezTo>
                  <a:cubicBezTo>
                    <a:pt x="140018" y="247650"/>
                    <a:pt x="132398" y="240030"/>
                    <a:pt x="132398" y="231457"/>
                  </a:cubicBezTo>
                  <a:lnTo>
                    <a:pt x="132398" y="198120"/>
                  </a:lnTo>
                  <a:cubicBezTo>
                    <a:pt x="132398" y="188595"/>
                    <a:pt x="140018" y="181927"/>
                    <a:pt x="148590" y="181927"/>
                  </a:cubicBezTo>
                  <a:cubicBezTo>
                    <a:pt x="157163" y="181927"/>
                    <a:pt x="164783" y="189548"/>
                    <a:pt x="164783" y="198120"/>
                  </a:cubicBezTo>
                  <a:lnTo>
                    <a:pt x="164783" y="231457"/>
                  </a:lnTo>
                  <a:close/>
                  <a:moveTo>
                    <a:pt x="230505" y="231457"/>
                  </a:moveTo>
                  <a:cubicBezTo>
                    <a:pt x="230505" y="240982"/>
                    <a:pt x="222885" y="247650"/>
                    <a:pt x="214313" y="247650"/>
                  </a:cubicBezTo>
                  <a:cubicBezTo>
                    <a:pt x="205740" y="247650"/>
                    <a:pt x="198120" y="240030"/>
                    <a:pt x="198120" y="231457"/>
                  </a:cubicBezTo>
                  <a:lnTo>
                    <a:pt x="198120" y="198120"/>
                  </a:lnTo>
                  <a:cubicBezTo>
                    <a:pt x="198120" y="188595"/>
                    <a:pt x="205740" y="181927"/>
                    <a:pt x="214313" y="181927"/>
                  </a:cubicBezTo>
                  <a:cubicBezTo>
                    <a:pt x="222885" y="181927"/>
                    <a:pt x="230505" y="189548"/>
                    <a:pt x="230505" y="198120"/>
                  </a:cubicBezTo>
                  <a:lnTo>
                    <a:pt x="230505" y="231457"/>
                  </a:lnTo>
                  <a:close/>
                  <a:moveTo>
                    <a:pt x="297180" y="231457"/>
                  </a:moveTo>
                  <a:cubicBezTo>
                    <a:pt x="297180" y="240982"/>
                    <a:pt x="289560" y="247650"/>
                    <a:pt x="280988" y="247650"/>
                  </a:cubicBezTo>
                  <a:cubicBezTo>
                    <a:pt x="272415" y="247650"/>
                    <a:pt x="264795" y="240030"/>
                    <a:pt x="264795" y="231457"/>
                  </a:cubicBezTo>
                  <a:lnTo>
                    <a:pt x="264795" y="198120"/>
                  </a:lnTo>
                  <a:cubicBezTo>
                    <a:pt x="264795" y="188595"/>
                    <a:pt x="272415" y="181927"/>
                    <a:pt x="280988" y="181927"/>
                  </a:cubicBezTo>
                  <a:cubicBezTo>
                    <a:pt x="289560" y="181927"/>
                    <a:pt x="297180" y="189548"/>
                    <a:pt x="297180" y="198120"/>
                  </a:cubicBezTo>
                  <a:lnTo>
                    <a:pt x="297180" y="231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2035756" y="4280345"/>
              <a:ext cx="222582" cy="179372"/>
            </a:xfrm>
            <a:custGeom>
              <a:avLst/>
              <a:gdLst/>
              <a:ahLst/>
              <a:cxnLst/>
              <a:rect l="l" t="t" r="r" b="b"/>
              <a:pathLst>
                <a:path w="421957" h="340042" extrusionOk="0">
                  <a:moveTo>
                    <a:pt x="346710" y="174307"/>
                  </a:moveTo>
                  <a:cubicBezTo>
                    <a:pt x="229553" y="174307"/>
                    <a:pt x="105728" y="108585"/>
                    <a:pt x="100013" y="0"/>
                  </a:cubicBezTo>
                  <a:cubicBezTo>
                    <a:pt x="39053" y="26670"/>
                    <a:pt x="0" y="73343"/>
                    <a:pt x="0" y="124778"/>
                  </a:cubicBezTo>
                  <a:cubicBezTo>
                    <a:pt x="0" y="170498"/>
                    <a:pt x="31433" y="214313"/>
                    <a:pt x="83820" y="241935"/>
                  </a:cubicBezTo>
                  <a:cubicBezTo>
                    <a:pt x="83820" y="267653"/>
                    <a:pt x="73342" y="293370"/>
                    <a:pt x="54292" y="311468"/>
                  </a:cubicBezTo>
                  <a:cubicBezTo>
                    <a:pt x="43815" y="321945"/>
                    <a:pt x="50483" y="340043"/>
                    <a:pt x="67628" y="340043"/>
                  </a:cubicBezTo>
                  <a:cubicBezTo>
                    <a:pt x="115253" y="340043"/>
                    <a:pt x="159067" y="312420"/>
                    <a:pt x="182880" y="271463"/>
                  </a:cubicBezTo>
                  <a:cubicBezTo>
                    <a:pt x="193358" y="272415"/>
                    <a:pt x="204788" y="273368"/>
                    <a:pt x="216217" y="273368"/>
                  </a:cubicBezTo>
                  <a:cubicBezTo>
                    <a:pt x="313372" y="273368"/>
                    <a:pt x="396240" y="227648"/>
                    <a:pt x="421958" y="165735"/>
                  </a:cubicBezTo>
                  <a:cubicBezTo>
                    <a:pt x="397192" y="171450"/>
                    <a:pt x="372428" y="174307"/>
                    <a:pt x="346710" y="174307"/>
                  </a:cubicBezTo>
                  <a:lnTo>
                    <a:pt x="346710" y="1743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31"/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498" name="Google Shape;498;p31">
              <a:hlinkClick r:id="rId3" action="ppaction://hlinksldjump"/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9" name="Google Shape;499;p31">
              <a:hlinkClick r:id="rId4" action="ppaction://hlinksldjump"/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0" name="Google Shape;500;p31">
              <a:hlinkClick r:id="rId5" action="ppaction://hlinksldjump"/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1" name="Google Shape;501;p31">
              <a:hlinkClick r:id="rId6" action="ppaction://hlinksldjump"/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2" name="Google Shape;502;p31">
              <a:hlinkClick r:id="rId7" action="ppaction://hlinksldjump"/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3" name="Google Shape;503;p31">
              <a:hlinkClick r:id="rId8" action="ppaction://hlinksldjump"/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31">
              <a:hlinkClick r:id="rId9" action="ppaction://hlinksldjump"/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5" name="Google Shape;505;p31">
              <a:hlinkClick r:id="rId10" action="ppaction://hlinksldjump"/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6" name="Google Shape;506;p31">
              <a:hlinkClick r:id="rId11" action="ppaction://hlinksldjump"/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7" name="Google Shape;507;p31">
              <a:hlinkClick r:id="rId12" action="ppaction://hlinksldjump"/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8" name="Google Shape;508;p31">
              <a:hlinkClick r:id="rId13" action="ppaction://hlinksldjump"/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9" name="Google Shape;509;p31">
              <a:hlinkClick r:id="rId14" action="ppaction://hlinksldjump"/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0" name="Google Shape;510;p31">
              <a:hlinkClick r:id="rId15" action="ppaction://hlinksldjump"/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1" name="Google Shape;511;p31">
              <a:hlinkClick r:id="rId16" action="ppaction://hlinksldjump"/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2" name="Google Shape;512;p31">
              <a:hlinkClick r:id="rId14" action="ppaction://hlinksldjump"/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3" name="Google Shape;513;p31">
              <a:hlinkClick r:id="rId15" action="ppaction://hlinksldjump"/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4" name="Google Shape;514;p31">
              <a:hlinkClick r:id="rId17" action="ppaction://hlinksldjump"/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5" name="Google Shape;515;p31">
              <a:hlinkClick r:id="" action="ppaction://noaction"/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6" name="Google Shape;516;p31">
              <a:hlinkClick r:id="" action="ppaction://noaction"/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7" name="Google Shape;517;p31">
              <a:hlinkClick r:id="rId18" action="ppaction://hlinksldjump"/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3"/>
          <p:cNvSpPr txBox="1">
            <a:spLocks noGrp="1"/>
          </p:cNvSpPr>
          <p:nvPr>
            <p:ph type="title"/>
          </p:nvPr>
        </p:nvSpPr>
        <p:spPr>
          <a:xfrm>
            <a:off x="798388" y="3147844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DeepSeek-V3.2</a:t>
            </a:r>
            <a:endParaRPr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62" name="Google Shape;562;p33"/>
          <p:cNvSpPr txBox="1">
            <a:spLocks noGrp="1"/>
          </p:cNvSpPr>
          <p:nvPr>
            <p:ph type="title" idx="2"/>
          </p:nvPr>
        </p:nvSpPr>
        <p:spPr>
          <a:xfrm>
            <a:off x="772622" y="1436858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Gemini 2.5 Flash</a:t>
            </a:r>
            <a:endParaRPr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64" name="Google Shape;564;p33"/>
          <p:cNvSpPr txBox="1">
            <a:spLocks noGrp="1"/>
          </p:cNvSpPr>
          <p:nvPr>
            <p:ph type="title" idx="4"/>
          </p:nvPr>
        </p:nvSpPr>
        <p:spPr>
          <a:xfrm>
            <a:off x="4853013" y="3147844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 err="1">
                <a:solidFill>
                  <a:schemeClr val="accent4">
                    <a:lumMod val="50000"/>
                  </a:schemeClr>
                </a:solidFill>
              </a:rPr>
              <a:t>Gigachat</a:t>
            </a:r>
            <a:endParaRPr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3" name="Google Shape;535;p32">
            <a:extLst>
              <a:ext uri="{FF2B5EF4-FFF2-40B4-BE49-F238E27FC236}">
                <a16:creationId xmlns:a16="http://schemas.microsoft.com/office/drawing/2014/main" id="{46B9E7ED-9B8E-5188-037E-FBF547A5346A}"/>
              </a:ext>
            </a:extLst>
          </p:cNvPr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24" name="Google Shape;536;p32">
              <a:hlinkClick r:id="rId3" action="ppaction://hlinksldjump"/>
              <a:extLst>
                <a:ext uri="{FF2B5EF4-FFF2-40B4-BE49-F238E27FC236}">
                  <a16:creationId xmlns:a16="http://schemas.microsoft.com/office/drawing/2014/main" id="{1A4D0F66-F44C-ED2D-8518-8A2DED765247}"/>
                </a:ext>
              </a:extLst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" name="Google Shape;537;p32">
              <a:hlinkClick r:id="rId4" action="ppaction://hlinksldjump"/>
              <a:extLst>
                <a:ext uri="{FF2B5EF4-FFF2-40B4-BE49-F238E27FC236}">
                  <a16:creationId xmlns:a16="http://schemas.microsoft.com/office/drawing/2014/main" id="{9E296371-46E7-9057-259A-69A8C767C7F9}"/>
                </a:ext>
              </a:extLst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" name="Google Shape;538;p32">
              <a:hlinkClick r:id="rId5" action="ppaction://hlinksldjump"/>
              <a:extLst>
                <a:ext uri="{FF2B5EF4-FFF2-40B4-BE49-F238E27FC236}">
                  <a16:creationId xmlns:a16="http://schemas.microsoft.com/office/drawing/2014/main" id="{83F76FBA-43C2-8E85-700F-4DB86AC64B2C}"/>
                </a:ext>
              </a:extLst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" name="Google Shape;539;p32">
              <a:hlinkClick r:id="rId6" action="ppaction://hlinksldjump"/>
              <a:extLst>
                <a:ext uri="{FF2B5EF4-FFF2-40B4-BE49-F238E27FC236}">
                  <a16:creationId xmlns:a16="http://schemas.microsoft.com/office/drawing/2014/main" id="{B79EEB34-97CA-A251-6838-89D007A6A9C3}"/>
                </a:ext>
              </a:extLst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" name="Google Shape;540;p32">
              <a:hlinkClick r:id="rId7" action="ppaction://hlinksldjump"/>
              <a:extLst>
                <a:ext uri="{FF2B5EF4-FFF2-40B4-BE49-F238E27FC236}">
                  <a16:creationId xmlns:a16="http://schemas.microsoft.com/office/drawing/2014/main" id="{15CEE6AB-7B8A-5795-7986-EC69493EB35E}"/>
                </a:ext>
              </a:extLst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" name="Google Shape;541;p32">
              <a:hlinkClick r:id="rId8" action="ppaction://hlinksldjump"/>
              <a:extLst>
                <a:ext uri="{FF2B5EF4-FFF2-40B4-BE49-F238E27FC236}">
                  <a16:creationId xmlns:a16="http://schemas.microsoft.com/office/drawing/2014/main" id="{6B2E8518-FC22-66EA-D7EA-74D514D753E9}"/>
                </a:ext>
              </a:extLst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" name="Google Shape;542;p32">
              <a:hlinkClick r:id="rId9" action="ppaction://hlinksldjump"/>
              <a:extLst>
                <a:ext uri="{FF2B5EF4-FFF2-40B4-BE49-F238E27FC236}">
                  <a16:creationId xmlns:a16="http://schemas.microsoft.com/office/drawing/2014/main" id="{85022049-C2DD-96EF-4872-83E3728BD648}"/>
                </a:ext>
              </a:extLst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" name="Google Shape;543;p32">
              <a:hlinkClick r:id="rId10" action="ppaction://hlinksldjump"/>
              <a:extLst>
                <a:ext uri="{FF2B5EF4-FFF2-40B4-BE49-F238E27FC236}">
                  <a16:creationId xmlns:a16="http://schemas.microsoft.com/office/drawing/2014/main" id="{045C7883-3FCB-B884-888C-FC2D0C2C9582}"/>
                </a:ext>
              </a:extLst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" name="Google Shape;544;p32">
              <a:hlinkClick r:id="rId11" action="ppaction://hlinksldjump"/>
              <a:extLst>
                <a:ext uri="{FF2B5EF4-FFF2-40B4-BE49-F238E27FC236}">
                  <a16:creationId xmlns:a16="http://schemas.microsoft.com/office/drawing/2014/main" id="{BCA31D50-2D76-A095-14B7-60A197783B53}"/>
                </a:ext>
              </a:extLst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" name="Google Shape;545;p32">
              <a:hlinkClick r:id="rId12" action="ppaction://hlinksldjump"/>
              <a:extLst>
                <a:ext uri="{FF2B5EF4-FFF2-40B4-BE49-F238E27FC236}">
                  <a16:creationId xmlns:a16="http://schemas.microsoft.com/office/drawing/2014/main" id="{B34104EC-96A7-3502-9D2F-2FE702EF7654}"/>
                </a:ext>
              </a:extLst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546;p32">
              <a:hlinkClick r:id="rId13" action="ppaction://hlinksldjump"/>
              <a:extLst>
                <a:ext uri="{FF2B5EF4-FFF2-40B4-BE49-F238E27FC236}">
                  <a16:creationId xmlns:a16="http://schemas.microsoft.com/office/drawing/2014/main" id="{8E905E07-6321-636F-0425-24B941D8EA31}"/>
                </a:ext>
              </a:extLst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547;p32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1B6371-98DF-5BE7-35F3-E7329332D9D2}"/>
                </a:ext>
              </a:extLst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548;p32">
              <a:hlinkClick r:id="rId15" action="ppaction://hlinksldjump"/>
              <a:extLst>
                <a:ext uri="{FF2B5EF4-FFF2-40B4-BE49-F238E27FC236}">
                  <a16:creationId xmlns:a16="http://schemas.microsoft.com/office/drawing/2014/main" id="{318B077F-CE52-3AEA-7B04-43160535ACA0}"/>
                </a:ext>
              </a:extLst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" name="Google Shape;549;p32">
              <a:hlinkClick r:id="rId16" action="ppaction://hlinksldjump"/>
              <a:extLst>
                <a:ext uri="{FF2B5EF4-FFF2-40B4-BE49-F238E27FC236}">
                  <a16:creationId xmlns:a16="http://schemas.microsoft.com/office/drawing/2014/main" id="{F5A54035-ABBB-D596-6A32-E9C8353CA39E}"/>
                </a:ext>
              </a:extLst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" name="Google Shape;550;p32">
              <a:hlinkClick r:id="rId14" action="ppaction://hlinksldjump"/>
              <a:extLst>
                <a:ext uri="{FF2B5EF4-FFF2-40B4-BE49-F238E27FC236}">
                  <a16:creationId xmlns:a16="http://schemas.microsoft.com/office/drawing/2014/main" id="{B4748D9F-89BD-E0BC-9F01-651856D09E8E}"/>
                </a:ext>
              </a:extLst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Google Shape;551;p32">
              <a:hlinkClick r:id="rId15" action="ppaction://hlinksldjump"/>
              <a:extLst>
                <a:ext uri="{FF2B5EF4-FFF2-40B4-BE49-F238E27FC236}">
                  <a16:creationId xmlns:a16="http://schemas.microsoft.com/office/drawing/2014/main" id="{BE8D8DBC-537C-6E72-8C0C-65603D1E1B5D}"/>
                </a:ext>
              </a:extLst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" name="Google Shape;552;p32">
              <a:hlinkClick r:id="rId17" action="ppaction://hlinksldjump"/>
              <a:extLst>
                <a:ext uri="{FF2B5EF4-FFF2-40B4-BE49-F238E27FC236}">
                  <a16:creationId xmlns:a16="http://schemas.microsoft.com/office/drawing/2014/main" id="{D7E97082-7B29-C8D9-50DE-C1A5E1AC30FF}"/>
                </a:ext>
              </a:extLst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553;p32">
              <a:hlinkClick r:id="" action="ppaction://noaction"/>
              <a:extLst>
                <a:ext uri="{FF2B5EF4-FFF2-40B4-BE49-F238E27FC236}">
                  <a16:creationId xmlns:a16="http://schemas.microsoft.com/office/drawing/2014/main" id="{186D8A2D-9424-E59E-779D-2A870845D9C7}"/>
                </a:ext>
              </a:extLst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554;p32">
              <a:hlinkClick r:id="" action="ppaction://noaction"/>
              <a:extLst>
                <a:ext uri="{FF2B5EF4-FFF2-40B4-BE49-F238E27FC236}">
                  <a16:creationId xmlns:a16="http://schemas.microsoft.com/office/drawing/2014/main" id="{A7EA621C-6B65-23A9-747A-6159C1F5CD61}"/>
                </a:ext>
              </a:extLst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555;p32">
              <a:hlinkClick r:id="rId18" action="ppaction://hlinksldjump"/>
              <a:extLst>
                <a:ext uri="{FF2B5EF4-FFF2-40B4-BE49-F238E27FC236}">
                  <a16:creationId xmlns:a16="http://schemas.microsoft.com/office/drawing/2014/main" id="{9A61CDFA-FFD8-67CF-A487-E27CACA6A5E7}"/>
                </a:ext>
              </a:extLst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4" name="Google Shape;458;p31">
            <a:extLst>
              <a:ext uri="{FF2B5EF4-FFF2-40B4-BE49-F238E27FC236}">
                <a16:creationId xmlns:a16="http://schemas.microsoft.com/office/drawing/2014/main" id="{92825850-E236-5DDA-E9CD-3E25974C6030}"/>
              </a:ext>
            </a:extLst>
          </p:cNvPr>
          <p:cNvSpPr txBox="1">
            <a:spLocks/>
          </p:cNvSpPr>
          <p:nvPr/>
        </p:nvSpPr>
        <p:spPr>
          <a:xfrm>
            <a:off x="719999" y="445024"/>
            <a:ext cx="7910433" cy="768899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 Black"/>
              <a:buNone/>
              <a:defRPr sz="4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ru-RU" sz="3000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ВЫБОР МОДЕЛЕЙ</a:t>
            </a:r>
            <a:endParaRPr lang="ru-RU" sz="3000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45" name="Google Shape;562;p33">
            <a:extLst>
              <a:ext uri="{FF2B5EF4-FFF2-40B4-BE49-F238E27FC236}">
                <a16:creationId xmlns:a16="http://schemas.microsoft.com/office/drawing/2014/main" id="{2DE917CB-DE5F-41B4-CE72-39764319A831}"/>
              </a:ext>
            </a:extLst>
          </p:cNvPr>
          <p:cNvSpPr txBox="1">
            <a:spLocks/>
          </p:cNvSpPr>
          <p:nvPr/>
        </p:nvSpPr>
        <p:spPr>
          <a:xfrm>
            <a:off x="4815049" y="1436858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 Black"/>
              <a:buNone/>
              <a:defRPr sz="4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ChatGPT 5.1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МЕТОДОЛОГИЯ ЭКСПЕРИМЕНТА</a:t>
            </a:r>
            <a:endParaRPr lang="ru-RU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527" name="Google Shape;527;p32"/>
          <p:cNvSpPr txBox="1">
            <a:spLocks noGrp="1"/>
          </p:cNvSpPr>
          <p:nvPr>
            <p:ph type="subTitle" idx="7"/>
          </p:nvPr>
        </p:nvSpPr>
        <p:spPr>
          <a:xfrm>
            <a:off x="800875" y="1602175"/>
            <a:ext cx="23337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Полнота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структуры</a:t>
            </a:r>
            <a:endParaRPr sz="1600" b="1"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grpSp>
        <p:nvGrpSpPr>
          <p:cNvPr id="535" name="Google Shape;535;p32"/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536" name="Google Shape;536;p32">
              <a:hlinkClick r:id="rId3" action="ppaction://hlinksldjump"/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7" name="Google Shape;537;p32">
              <a:hlinkClick r:id="rId4" action="ppaction://hlinksldjump"/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8" name="Google Shape;538;p32">
              <a:hlinkClick r:id="rId5" action="ppaction://hlinksldjump"/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9" name="Google Shape;539;p32">
              <a:hlinkClick r:id="rId6" action="ppaction://hlinksldjump"/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0" name="Google Shape;540;p32">
              <a:hlinkClick r:id="rId7" action="ppaction://hlinksldjump"/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1" name="Google Shape;541;p32">
              <a:hlinkClick r:id="rId8" action="ppaction://hlinksldjump"/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2" name="Google Shape;542;p32">
              <a:hlinkClick r:id="rId9" action="ppaction://hlinksldjump"/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3" name="Google Shape;543;p32">
              <a:hlinkClick r:id="rId10" action="ppaction://hlinksldjump"/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4" name="Google Shape;544;p32">
              <a:hlinkClick r:id="rId11" action="ppaction://hlinksldjump"/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5" name="Google Shape;545;p32">
              <a:hlinkClick r:id="rId12" action="ppaction://hlinksldjump"/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6" name="Google Shape;546;p32">
              <a:hlinkClick r:id="rId13" action="ppaction://hlinksldjump"/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7" name="Google Shape;547;p32">
              <a:hlinkClick r:id="rId14" action="ppaction://hlinksldjump"/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8" name="Google Shape;548;p32">
              <a:hlinkClick r:id="rId15" action="ppaction://hlinksldjump"/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9" name="Google Shape;549;p32">
              <a:hlinkClick r:id="rId16" action="ppaction://hlinksldjump"/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0" name="Google Shape;550;p32">
              <a:hlinkClick r:id="rId14" action="ppaction://hlinksldjump"/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1" name="Google Shape;551;p32">
              <a:hlinkClick r:id="rId15" action="ppaction://hlinksldjump"/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2" name="Google Shape;552;p32">
              <a:hlinkClick r:id="rId17" action="ppaction://hlinksldjump"/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3" name="Google Shape;553;p32">
              <a:hlinkClick r:id="" action="ppaction://noaction"/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32">
              <a:hlinkClick r:id="" action="ppaction://noaction"/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5" name="Google Shape;555;p32">
              <a:hlinkClick r:id="rId18" action="ppaction://hlinksldjump"/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" name="Google Shape;566;p33">
            <a:extLst>
              <a:ext uri="{FF2B5EF4-FFF2-40B4-BE49-F238E27FC236}">
                <a16:creationId xmlns:a16="http://schemas.microsoft.com/office/drawing/2014/main" id="{1F6C4744-2EE8-950C-8957-FF67ACA59828}"/>
              </a:ext>
            </a:extLst>
          </p:cNvPr>
          <p:cNvGrpSpPr/>
          <p:nvPr/>
        </p:nvGrpSpPr>
        <p:grpSpPr>
          <a:xfrm>
            <a:off x="1738928" y="4718599"/>
            <a:ext cx="5666144" cy="116400"/>
            <a:chOff x="1738925" y="4718600"/>
            <a:chExt cx="5666144" cy="116400"/>
          </a:xfrm>
        </p:grpSpPr>
        <p:sp>
          <p:nvSpPr>
            <p:cNvPr id="3" name="Google Shape;567;p33">
              <a:hlinkClick r:id="rId3" action="ppaction://hlinksldjump"/>
              <a:extLst>
                <a:ext uri="{FF2B5EF4-FFF2-40B4-BE49-F238E27FC236}">
                  <a16:creationId xmlns:a16="http://schemas.microsoft.com/office/drawing/2014/main" id="{3475B763-C606-C610-5673-E2D3C5B88BD6}"/>
                </a:ext>
              </a:extLst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" name="Google Shape;568;p33">
              <a:hlinkClick r:id="rId4" action="ppaction://hlinksldjump"/>
              <a:extLst>
                <a:ext uri="{FF2B5EF4-FFF2-40B4-BE49-F238E27FC236}">
                  <a16:creationId xmlns:a16="http://schemas.microsoft.com/office/drawing/2014/main" id="{B8A46D76-420B-DEB3-6B99-0A3B5990D626}"/>
                </a:ext>
              </a:extLst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" name="Google Shape;569;p33">
              <a:hlinkClick r:id="rId5" action="ppaction://hlinksldjump"/>
              <a:extLst>
                <a:ext uri="{FF2B5EF4-FFF2-40B4-BE49-F238E27FC236}">
                  <a16:creationId xmlns:a16="http://schemas.microsoft.com/office/drawing/2014/main" id="{493A37F5-A5AA-C95C-53ED-51A733C90849}"/>
                </a:ext>
              </a:extLst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570;p33">
              <a:hlinkClick r:id="rId6" action="ppaction://hlinksldjump"/>
              <a:extLst>
                <a:ext uri="{FF2B5EF4-FFF2-40B4-BE49-F238E27FC236}">
                  <a16:creationId xmlns:a16="http://schemas.microsoft.com/office/drawing/2014/main" id="{F84558B9-A642-D32A-1CE7-7A846A920F18}"/>
                </a:ext>
              </a:extLst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571;p33">
              <a:hlinkClick r:id="rId7" action="ppaction://hlinksldjump"/>
              <a:extLst>
                <a:ext uri="{FF2B5EF4-FFF2-40B4-BE49-F238E27FC236}">
                  <a16:creationId xmlns:a16="http://schemas.microsoft.com/office/drawing/2014/main" id="{404048A7-A41A-FF25-CED5-4D52B407E8D4}"/>
                </a:ext>
              </a:extLst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Google Shape;572;p33">
              <a:hlinkClick r:id="rId8" action="ppaction://hlinksldjump"/>
              <a:extLst>
                <a:ext uri="{FF2B5EF4-FFF2-40B4-BE49-F238E27FC236}">
                  <a16:creationId xmlns:a16="http://schemas.microsoft.com/office/drawing/2014/main" id="{F9A5BD2A-D505-C706-906A-5F218972A160}"/>
                </a:ext>
              </a:extLst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573;p33">
              <a:hlinkClick r:id="rId9" action="ppaction://hlinksldjump"/>
              <a:extLst>
                <a:ext uri="{FF2B5EF4-FFF2-40B4-BE49-F238E27FC236}">
                  <a16:creationId xmlns:a16="http://schemas.microsoft.com/office/drawing/2014/main" id="{6F7AA94A-FE59-FB6B-EE87-ECB0FCD20945}"/>
                </a:ext>
              </a:extLst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574;p33">
              <a:hlinkClick r:id="rId10" action="ppaction://hlinksldjump"/>
              <a:extLst>
                <a:ext uri="{FF2B5EF4-FFF2-40B4-BE49-F238E27FC236}">
                  <a16:creationId xmlns:a16="http://schemas.microsoft.com/office/drawing/2014/main" id="{21B0688B-6ACC-C24E-030A-B50FBCCA78DF}"/>
                </a:ext>
              </a:extLst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575;p33">
              <a:hlinkClick r:id="rId11" action="ppaction://hlinksldjump"/>
              <a:extLst>
                <a:ext uri="{FF2B5EF4-FFF2-40B4-BE49-F238E27FC236}">
                  <a16:creationId xmlns:a16="http://schemas.microsoft.com/office/drawing/2014/main" id="{C8CD1189-79F1-0B35-AD8D-42D1FA6F76DB}"/>
                </a:ext>
              </a:extLst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576;p33">
              <a:hlinkClick r:id="rId12" action="ppaction://hlinksldjump"/>
              <a:extLst>
                <a:ext uri="{FF2B5EF4-FFF2-40B4-BE49-F238E27FC236}">
                  <a16:creationId xmlns:a16="http://schemas.microsoft.com/office/drawing/2014/main" id="{FDDD01CD-B2DF-4672-DDE1-7D629187C39A}"/>
                </a:ext>
              </a:extLst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577;p33">
              <a:hlinkClick r:id="rId13" action="ppaction://hlinksldjump"/>
              <a:extLst>
                <a:ext uri="{FF2B5EF4-FFF2-40B4-BE49-F238E27FC236}">
                  <a16:creationId xmlns:a16="http://schemas.microsoft.com/office/drawing/2014/main" id="{213EBDBA-816E-770C-A5B5-CEA59B631379}"/>
                </a:ext>
              </a:extLst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578;p33">
              <a:hlinkClick r:id="rId14" action="ppaction://hlinksldjump"/>
              <a:extLst>
                <a:ext uri="{FF2B5EF4-FFF2-40B4-BE49-F238E27FC236}">
                  <a16:creationId xmlns:a16="http://schemas.microsoft.com/office/drawing/2014/main" id="{C036EA6A-D001-BF49-44B2-F9F28E97C618}"/>
                </a:ext>
              </a:extLst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579;p33">
              <a:hlinkClick r:id="rId15" action="ppaction://hlinksldjump"/>
              <a:extLst>
                <a:ext uri="{FF2B5EF4-FFF2-40B4-BE49-F238E27FC236}">
                  <a16:creationId xmlns:a16="http://schemas.microsoft.com/office/drawing/2014/main" id="{FA15D5B2-BACB-B57D-E1EB-18569BEB6726}"/>
                </a:ext>
              </a:extLst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580;p33">
              <a:hlinkClick r:id="rId16" action="ppaction://hlinksldjump"/>
              <a:extLst>
                <a:ext uri="{FF2B5EF4-FFF2-40B4-BE49-F238E27FC236}">
                  <a16:creationId xmlns:a16="http://schemas.microsoft.com/office/drawing/2014/main" id="{CB751596-6305-BB3A-66AA-9E417E266F36}"/>
                </a:ext>
              </a:extLst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581;p33">
              <a:hlinkClick r:id="rId14" action="ppaction://hlinksldjump"/>
              <a:extLst>
                <a:ext uri="{FF2B5EF4-FFF2-40B4-BE49-F238E27FC236}">
                  <a16:creationId xmlns:a16="http://schemas.microsoft.com/office/drawing/2014/main" id="{38D10B6C-A6E8-BB30-2A99-E793F3A93433}"/>
                </a:ext>
              </a:extLst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582;p33">
              <a:hlinkClick r:id="rId15" action="ppaction://hlinksldjump"/>
              <a:extLst>
                <a:ext uri="{FF2B5EF4-FFF2-40B4-BE49-F238E27FC236}">
                  <a16:creationId xmlns:a16="http://schemas.microsoft.com/office/drawing/2014/main" id="{C7AD88EA-6A05-5ECB-1B43-B8A7114AFE9A}"/>
                </a:ext>
              </a:extLst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583;p33">
              <a:hlinkClick r:id="rId17" action="ppaction://hlinksldjump"/>
              <a:extLst>
                <a:ext uri="{FF2B5EF4-FFF2-40B4-BE49-F238E27FC236}">
                  <a16:creationId xmlns:a16="http://schemas.microsoft.com/office/drawing/2014/main" id="{89F03357-2B52-93D1-AC17-A19E3B098621}"/>
                </a:ext>
              </a:extLst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584;p33">
              <a:hlinkClick r:id="" action="ppaction://noaction"/>
              <a:extLst>
                <a:ext uri="{FF2B5EF4-FFF2-40B4-BE49-F238E27FC236}">
                  <a16:creationId xmlns:a16="http://schemas.microsoft.com/office/drawing/2014/main" id="{517D9CCE-4EA4-7952-E01A-1D33010A84C6}"/>
                </a:ext>
              </a:extLst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585;p33">
              <a:hlinkClick r:id="" action="ppaction://noaction"/>
              <a:extLst>
                <a:ext uri="{FF2B5EF4-FFF2-40B4-BE49-F238E27FC236}">
                  <a16:creationId xmlns:a16="http://schemas.microsoft.com/office/drawing/2014/main" id="{36965267-F9A5-34C2-3FE2-2A7774A449B7}"/>
                </a:ext>
              </a:extLst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586;p33">
              <a:hlinkClick r:id="rId18" action="ppaction://hlinksldjump"/>
              <a:extLst>
                <a:ext uri="{FF2B5EF4-FFF2-40B4-BE49-F238E27FC236}">
                  <a16:creationId xmlns:a16="http://schemas.microsoft.com/office/drawing/2014/main" id="{317309A2-E698-663F-B7AD-B9AB5044DF5F}"/>
                </a:ext>
              </a:extLst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" name="Google Shape;527;p32">
            <a:extLst>
              <a:ext uri="{FF2B5EF4-FFF2-40B4-BE49-F238E27FC236}">
                <a16:creationId xmlns:a16="http://schemas.microsoft.com/office/drawing/2014/main" id="{78933D20-39B4-CFEF-7CCE-2B546ACF9A17}"/>
              </a:ext>
            </a:extLst>
          </p:cNvPr>
          <p:cNvSpPr txBox="1">
            <a:spLocks/>
          </p:cNvSpPr>
          <p:nvPr/>
        </p:nvSpPr>
        <p:spPr>
          <a:xfrm>
            <a:off x="3394089" y="1602175"/>
            <a:ext cx="23337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Корректность формулировок</a:t>
            </a:r>
          </a:p>
        </p:txBody>
      </p:sp>
      <p:sp>
        <p:nvSpPr>
          <p:cNvPr id="28" name="Google Shape;527;p32">
            <a:extLst>
              <a:ext uri="{FF2B5EF4-FFF2-40B4-BE49-F238E27FC236}">
                <a16:creationId xmlns:a16="http://schemas.microsoft.com/office/drawing/2014/main" id="{E136D50C-E9C3-2B04-D5D5-ED3E012065EC}"/>
              </a:ext>
            </a:extLst>
          </p:cNvPr>
          <p:cNvSpPr txBox="1">
            <a:spLocks/>
          </p:cNvSpPr>
          <p:nvPr/>
        </p:nvSpPr>
        <p:spPr>
          <a:xfrm>
            <a:off x="3394089" y="2879008"/>
            <a:ext cx="23337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Отсутствие галлюцинаций</a:t>
            </a:r>
          </a:p>
        </p:txBody>
      </p:sp>
      <p:sp>
        <p:nvSpPr>
          <p:cNvPr id="31" name="Google Shape;527;p32">
            <a:extLst>
              <a:ext uri="{FF2B5EF4-FFF2-40B4-BE49-F238E27FC236}">
                <a16:creationId xmlns:a16="http://schemas.microsoft.com/office/drawing/2014/main" id="{C8E913DF-E50B-CA32-E8F3-660631097D68}"/>
              </a:ext>
            </a:extLst>
          </p:cNvPr>
          <p:cNvSpPr txBox="1">
            <a:spLocks/>
          </p:cNvSpPr>
          <p:nvPr/>
        </p:nvSpPr>
        <p:spPr>
          <a:xfrm>
            <a:off x="549660" y="2873087"/>
            <a:ext cx="2836129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Логическая </a:t>
            </a:r>
          </a:p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связность</a:t>
            </a:r>
          </a:p>
        </p:txBody>
      </p:sp>
      <p:sp>
        <p:nvSpPr>
          <p:cNvPr id="32" name="Google Shape;527;p32">
            <a:extLst>
              <a:ext uri="{FF2B5EF4-FFF2-40B4-BE49-F238E27FC236}">
                <a16:creationId xmlns:a16="http://schemas.microsoft.com/office/drawing/2014/main" id="{0FF71213-51B6-2914-8519-553E3F022213}"/>
              </a:ext>
            </a:extLst>
          </p:cNvPr>
          <p:cNvSpPr txBox="1">
            <a:spLocks/>
          </p:cNvSpPr>
          <p:nvPr/>
        </p:nvSpPr>
        <p:spPr>
          <a:xfrm>
            <a:off x="6119588" y="1602175"/>
            <a:ext cx="23337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Соответствие содержанию</a:t>
            </a:r>
          </a:p>
        </p:txBody>
      </p:sp>
      <p:sp>
        <p:nvSpPr>
          <p:cNvPr id="33" name="Google Shape;527;p32">
            <a:extLst>
              <a:ext uri="{FF2B5EF4-FFF2-40B4-BE49-F238E27FC236}">
                <a16:creationId xmlns:a16="http://schemas.microsoft.com/office/drawing/2014/main" id="{88025E46-44C5-2119-94E4-38F8F67D6789}"/>
              </a:ext>
            </a:extLst>
          </p:cNvPr>
          <p:cNvSpPr txBox="1">
            <a:spLocks/>
          </p:cNvSpPr>
          <p:nvPr/>
        </p:nvSpPr>
        <p:spPr>
          <a:xfrm>
            <a:off x="6090300" y="2873087"/>
            <a:ext cx="23337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Академический стиль</a:t>
            </a:r>
          </a:p>
        </p:txBody>
      </p:sp>
      <p:sp>
        <p:nvSpPr>
          <p:cNvPr id="52" name="Google Shape;527;p32">
            <a:extLst>
              <a:ext uri="{FF2B5EF4-FFF2-40B4-BE49-F238E27FC236}">
                <a16:creationId xmlns:a16="http://schemas.microsoft.com/office/drawing/2014/main" id="{3B89D7F4-6DDA-0BAC-94D8-2FC1BB4C5F33}"/>
              </a:ext>
            </a:extLst>
          </p:cNvPr>
          <p:cNvSpPr txBox="1">
            <a:spLocks/>
          </p:cNvSpPr>
          <p:nvPr/>
        </p:nvSpPr>
        <p:spPr>
          <a:xfrm>
            <a:off x="3396589" y="3925441"/>
            <a:ext cx="23337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Форматирование ответа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34"/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594" name="Google Shape;594;p34">
              <a:hlinkClick r:id="rId3" action="ppaction://hlinksldjump"/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5" name="Google Shape;595;p34">
              <a:hlinkClick r:id="rId4" action="ppaction://hlinksldjump"/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6" name="Google Shape;596;p34">
              <a:hlinkClick r:id="rId5" action="ppaction://hlinksldjump"/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7" name="Google Shape;597;p34">
              <a:hlinkClick r:id="rId6" action="ppaction://hlinksldjump"/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8" name="Google Shape;598;p34">
              <a:hlinkClick r:id="rId7" action="ppaction://hlinksldjump"/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9" name="Google Shape;599;p34">
              <a:hlinkClick r:id="rId8" action="ppaction://hlinksldjump"/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0" name="Google Shape;600;p34">
              <a:hlinkClick r:id="rId9" action="ppaction://hlinksldjump"/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1" name="Google Shape;601;p34">
              <a:hlinkClick r:id="rId10" action="ppaction://hlinksldjump"/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2" name="Google Shape;602;p34">
              <a:hlinkClick r:id="rId11" action="ppaction://hlinksldjump"/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3" name="Google Shape;603;p34">
              <a:hlinkClick r:id="rId12" action="ppaction://hlinksldjump"/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4" name="Google Shape;604;p34">
              <a:hlinkClick r:id="rId13" action="ppaction://hlinksldjump"/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5" name="Google Shape;605;p34">
              <a:hlinkClick r:id="rId14" action="ppaction://hlinksldjump"/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6" name="Google Shape;606;p34">
              <a:hlinkClick r:id="rId15" action="ppaction://hlinksldjump"/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7" name="Google Shape;607;p34">
              <a:hlinkClick r:id="rId16" action="ppaction://hlinksldjump"/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8" name="Google Shape;608;p34">
              <a:hlinkClick r:id="rId14" action="ppaction://hlinksldjump"/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9" name="Google Shape;609;p34">
              <a:hlinkClick r:id="rId15" action="ppaction://hlinksldjump"/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0" name="Google Shape;610;p34">
              <a:hlinkClick r:id="rId17" action="ppaction://hlinksldjump"/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1" name="Google Shape;611;p34">
              <a:hlinkClick r:id="" action="ppaction://noaction"/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2" name="Google Shape;612;p34">
              <a:hlinkClick r:id="" action="ppaction://noaction"/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3" name="Google Shape;613;p34">
              <a:hlinkClick r:id="rId18" action="ppaction://hlinksldjump"/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8" name="Google Shape;458;p31">
            <a:extLst>
              <a:ext uri="{FF2B5EF4-FFF2-40B4-BE49-F238E27FC236}">
                <a16:creationId xmlns:a16="http://schemas.microsoft.com/office/drawing/2014/main" id="{9E0C823C-EBB6-BDF6-EB31-98BADB668E17}"/>
              </a:ext>
            </a:extLst>
          </p:cNvPr>
          <p:cNvSpPr txBox="1">
            <a:spLocks/>
          </p:cNvSpPr>
          <p:nvPr/>
        </p:nvSpPr>
        <p:spPr>
          <a:xfrm>
            <a:off x="719999" y="445024"/>
            <a:ext cx="7910433" cy="768899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 Black"/>
              <a:buNone/>
              <a:defRPr sz="4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ru-RU" sz="3000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ОБЩИЕ РЕЗУЛЬТАТЫ</a:t>
            </a:r>
            <a:endParaRPr lang="ru-RU" sz="3000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2E9266-D68F-3E34-C320-44734D56425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20086" y="1213923"/>
            <a:ext cx="4411729" cy="32909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601B4E7F-54E0-BFF6-9D78-BB44EFCA7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58;p31">
            <a:extLst>
              <a:ext uri="{FF2B5EF4-FFF2-40B4-BE49-F238E27FC236}">
                <a16:creationId xmlns:a16="http://schemas.microsoft.com/office/drawing/2014/main" id="{073A5931-D26C-583A-1234-E4B4FDEA3A6F}"/>
              </a:ext>
            </a:extLst>
          </p:cNvPr>
          <p:cNvSpPr txBox="1">
            <a:spLocks/>
          </p:cNvSpPr>
          <p:nvPr/>
        </p:nvSpPr>
        <p:spPr>
          <a:xfrm>
            <a:off x="719999" y="445024"/>
            <a:ext cx="7910433" cy="768899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 Black"/>
              <a:buNone/>
              <a:defRPr sz="4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ru-RU" sz="3000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ОБЩИЕ РЕЗУЛЬТАТЫ</a:t>
            </a:r>
            <a:endParaRPr lang="ru-RU" sz="3000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F46D34-79B0-5133-221A-C06E822D8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086" y="1213923"/>
            <a:ext cx="4411729" cy="329094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19C90B-3EB0-6B44-635B-872CC010B1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6"/>
          <a:stretch>
            <a:fillRect/>
          </a:stretch>
        </p:blipFill>
        <p:spPr>
          <a:xfrm>
            <a:off x="2220085" y="1744979"/>
            <a:ext cx="4411729" cy="2918187"/>
          </a:xfrm>
          <a:prstGeom prst="rect">
            <a:avLst/>
          </a:prstGeom>
        </p:spPr>
      </p:pic>
      <p:grpSp>
        <p:nvGrpSpPr>
          <p:cNvPr id="26" name="Google Shape;660;p36">
            <a:extLst>
              <a:ext uri="{FF2B5EF4-FFF2-40B4-BE49-F238E27FC236}">
                <a16:creationId xmlns:a16="http://schemas.microsoft.com/office/drawing/2014/main" id="{8742A8D9-EC26-ABF5-3E24-478BA71F79EA}"/>
              </a:ext>
            </a:extLst>
          </p:cNvPr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27" name="Google Shape;661;p36">
              <a:hlinkClick r:id="rId5" action="ppaction://hlinksldjump"/>
              <a:extLst>
                <a:ext uri="{FF2B5EF4-FFF2-40B4-BE49-F238E27FC236}">
                  <a16:creationId xmlns:a16="http://schemas.microsoft.com/office/drawing/2014/main" id="{370C2F08-F2DF-8291-6BEE-342A1C629631}"/>
                </a:ext>
              </a:extLst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" name="Google Shape;662;p36">
              <a:hlinkClick r:id="rId6" action="ppaction://hlinksldjump"/>
              <a:extLst>
                <a:ext uri="{FF2B5EF4-FFF2-40B4-BE49-F238E27FC236}">
                  <a16:creationId xmlns:a16="http://schemas.microsoft.com/office/drawing/2014/main" id="{8EA44A1D-6C50-E79F-95DA-81513622C5AC}"/>
                </a:ext>
              </a:extLst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" name="Google Shape;663;p36">
              <a:hlinkClick r:id="rId7" action="ppaction://hlinksldjump"/>
              <a:extLst>
                <a:ext uri="{FF2B5EF4-FFF2-40B4-BE49-F238E27FC236}">
                  <a16:creationId xmlns:a16="http://schemas.microsoft.com/office/drawing/2014/main" id="{D58AAA86-4E78-5F7A-D12D-F0AC6DB4BF4B}"/>
                </a:ext>
              </a:extLst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" name="Google Shape;664;p36">
              <a:hlinkClick r:id="rId8" action="ppaction://hlinksldjump"/>
              <a:extLst>
                <a:ext uri="{FF2B5EF4-FFF2-40B4-BE49-F238E27FC236}">
                  <a16:creationId xmlns:a16="http://schemas.microsoft.com/office/drawing/2014/main" id="{595B72ED-8C53-843E-233F-DDD727468758}"/>
                </a:ext>
              </a:extLst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" name="Google Shape;665;p36">
              <a:hlinkClick r:id="rId9" action="ppaction://hlinksldjump"/>
              <a:extLst>
                <a:ext uri="{FF2B5EF4-FFF2-40B4-BE49-F238E27FC236}">
                  <a16:creationId xmlns:a16="http://schemas.microsoft.com/office/drawing/2014/main" id="{A23EB718-2962-C927-CEE2-86A67176D968}"/>
                </a:ext>
              </a:extLst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" name="Google Shape;666;p36">
              <a:hlinkClick r:id="rId10" action="ppaction://hlinksldjump"/>
              <a:extLst>
                <a:ext uri="{FF2B5EF4-FFF2-40B4-BE49-F238E27FC236}">
                  <a16:creationId xmlns:a16="http://schemas.microsoft.com/office/drawing/2014/main" id="{16D0C22F-5B22-EAA6-2335-6028AFE37E16}"/>
                </a:ext>
              </a:extLst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" name="Google Shape;667;p36">
              <a:hlinkClick r:id="rId11" action="ppaction://hlinksldjump"/>
              <a:extLst>
                <a:ext uri="{FF2B5EF4-FFF2-40B4-BE49-F238E27FC236}">
                  <a16:creationId xmlns:a16="http://schemas.microsoft.com/office/drawing/2014/main" id="{63C5F720-6D14-41C8-65C9-56FA78716D83}"/>
                </a:ext>
              </a:extLst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668;p36">
              <a:hlinkClick r:id="rId12" action="ppaction://hlinksldjump"/>
              <a:extLst>
                <a:ext uri="{FF2B5EF4-FFF2-40B4-BE49-F238E27FC236}">
                  <a16:creationId xmlns:a16="http://schemas.microsoft.com/office/drawing/2014/main" id="{F569F647-974C-F466-6BDA-2F6DF8C3C712}"/>
                </a:ext>
              </a:extLst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669;p36">
              <a:hlinkClick r:id="rId13" action="ppaction://hlinksldjump"/>
              <a:extLst>
                <a:ext uri="{FF2B5EF4-FFF2-40B4-BE49-F238E27FC236}">
                  <a16:creationId xmlns:a16="http://schemas.microsoft.com/office/drawing/2014/main" id="{F881B00C-F5F9-90DF-621E-EFCE24CFB983}"/>
                </a:ext>
              </a:extLst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670;p36">
              <a:hlinkClick r:id="rId14" action="ppaction://hlinksldjump"/>
              <a:extLst>
                <a:ext uri="{FF2B5EF4-FFF2-40B4-BE49-F238E27FC236}">
                  <a16:creationId xmlns:a16="http://schemas.microsoft.com/office/drawing/2014/main" id="{C8F6EADA-50CC-C8E4-8A8B-DB1F333EF2A8}"/>
                </a:ext>
              </a:extLst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" name="Google Shape;671;p36">
              <a:hlinkClick r:id="rId15" action="ppaction://hlinksldjump"/>
              <a:extLst>
                <a:ext uri="{FF2B5EF4-FFF2-40B4-BE49-F238E27FC236}">
                  <a16:creationId xmlns:a16="http://schemas.microsoft.com/office/drawing/2014/main" id="{607EFD1F-BF97-85F2-7F77-98677598781A}"/>
                </a:ext>
              </a:extLst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" name="Google Shape;672;p36">
              <a:hlinkClick r:id="rId16" action="ppaction://hlinksldjump"/>
              <a:extLst>
                <a:ext uri="{FF2B5EF4-FFF2-40B4-BE49-F238E27FC236}">
                  <a16:creationId xmlns:a16="http://schemas.microsoft.com/office/drawing/2014/main" id="{1E470CF3-D877-3F80-7257-12B242022D78}"/>
                </a:ext>
              </a:extLst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Google Shape;673;p36">
              <a:hlinkClick r:id="rId17" action="ppaction://hlinksldjump"/>
              <a:extLst>
                <a:ext uri="{FF2B5EF4-FFF2-40B4-BE49-F238E27FC236}">
                  <a16:creationId xmlns:a16="http://schemas.microsoft.com/office/drawing/2014/main" id="{A6301353-3903-7103-035B-DF5F97700184}"/>
                </a:ext>
              </a:extLst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" name="Google Shape;674;p36">
              <a:hlinkClick r:id="rId18" action="ppaction://hlinksldjump"/>
              <a:extLst>
                <a:ext uri="{FF2B5EF4-FFF2-40B4-BE49-F238E27FC236}">
                  <a16:creationId xmlns:a16="http://schemas.microsoft.com/office/drawing/2014/main" id="{F98571F1-8C37-4E2D-F3EF-C5F862C77991}"/>
                </a:ext>
              </a:extLst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675;p36">
              <a:hlinkClick r:id="rId16" action="ppaction://hlinksldjump"/>
              <a:extLst>
                <a:ext uri="{FF2B5EF4-FFF2-40B4-BE49-F238E27FC236}">
                  <a16:creationId xmlns:a16="http://schemas.microsoft.com/office/drawing/2014/main" id="{F2016EF0-DC48-787D-D025-8027F1FD80E1}"/>
                </a:ext>
              </a:extLst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676;p36">
              <a:hlinkClick r:id="rId17" action="ppaction://hlinksldjump"/>
              <a:extLst>
                <a:ext uri="{FF2B5EF4-FFF2-40B4-BE49-F238E27FC236}">
                  <a16:creationId xmlns:a16="http://schemas.microsoft.com/office/drawing/2014/main" id="{1ED26F5C-A968-A6E9-BC8D-E79CA8CB380F}"/>
                </a:ext>
              </a:extLst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677;p36">
              <a:hlinkClick r:id="rId19" action="ppaction://hlinksldjump"/>
              <a:extLst>
                <a:ext uri="{FF2B5EF4-FFF2-40B4-BE49-F238E27FC236}">
                  <a16:creationId xmlns:a16="http://schemas.microsoft.com/office/drawing/2014/main" id="{C073A902-03F1-4675-65A9-93BC3F08E206}"/>
                </a:ext>
              </a:extLst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" name="Google Shape;678;p36">
              <a:hlinkClick r:id="" action="ppaction://noaction"/>
              <a:extLst>
                <a:ext uri="{FF2B5EF4-FFF2-40B4-BE49-F238E27FC236}">
                  <a16:creationId xmlns:a16="http://schemas.microsoft.com/office/drawing/2014/main" id="{C56B64CD-8AB6-3AD8-EB7D-DD64DE3CEC2B}"/>
                </a:ext>
              </a:extLst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" name="Google Shape;679;p36">
              <a:hlinkClick r:id="" action="ppaction://noaction"/>
              <a:extLst>
                <a:ext uri="{FF2B5EF4-FFF2-40B4-BE49-F238E27FC236}">
                  <a16:creationId xmlns:a16="http://schemas.microsoft.com/office/drawing/2014/main" id="{A0D1A3B3-2820-7A6C-BC53-75F7782C2B36}"/>
                </a:ext>
              </a:extLst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" name="Google Shape;680;p36">
              <a:hlinkClick r:id="rId20" action="ppaction://hlinksldjump"/>
              <a:extLst>
                <a:ext uri="{FF2B5EF4-FFF2-40B4-BE49-F238E27FC236}">
                  <a16:creationId xmlns:a16="http://schemas.microsoft.com/office/drawing/2014/main" id="{69369363-D7F3-BE56-78DD-235A405F364D}"/>
                </a:ext>
              </a:extLst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6448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DF724F7A-B99F-856C-8264-DEA3A2622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58;p31">
            <a:extLst>
              <a:ext uri="{FF2B5EF4-FFF2-40B4-BE49-F238E27FC236}">
                <a16:creationId xmlns:a16="http://schemas.microsoft.com/office/drawing/2014/main" id="{123462F2-33B3-03FE-4B76-05DB36A7D7D7}"/>
              </a:ext>
            </a:extLst>
          </p:cNvPr>
          <p:cNvSpPr txBox="1">
            <a:spLocks/>
          </p:cNvSpPr>
          <p:nvPr/>
        </p:nvSpPr>
        <p:spPr>
          <a:xfrm>
            <a:off x="719999" y="445024"/>
            <a:ext cx="7910433" cy="768899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 Black"/>
              <a:buNone/>
              <a:defRPr sz="4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ru-RU" sz="3000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ОБЩИЕ РЕЗУЛЬТАТЫ</a:t>
            </a:r>
            <a:endParaRPr lang="ru-RU" sz="3000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AC485A6-73A6-3A3A-E060-138DE6EE8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086" y="1213923"/>
            <a:ext cx="4411729" cy="329094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409B33-B4A1-862A-4684-BA9FE632B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086" y="1712311"/>
            <a:ext cx="4411729" cy="2780809"/>
          </a:xfrm>
          <a:prstGeom prst="rect">
            <a:avLst/>
          </a:prstGeom>
        </p:spPr>
      </p:pic>
      <p:grpSp>
        <p:nvGrpSpPr>
          <p:cNvPr id="2" name="Google Shape;736;p37">
            <a:extLst>
              <a:ext uri="{FF2B5EF4-FFF2-40B4-BE49-F238E27FC236}">
                <a16:creationId xmlns:a16="http://schemas.microsoft.com/office/drawing/2014/main" id="{67D05172-43DD-1C61-5ACD-38D894CCE7E1}"/>
              </a:ext>
            </a:extLst>
          </p:cNvPr>
          <p:cNvGrpSpPr/>
          <p:nvPr/>
        </p:nvGrpSpPr>
        <p:grpSpPr>
          <a:xfrm>
            <a:off x="1738925" y="4718600"/>
            <a:ext cx="5666144" cy="116400"/>
            <a:chOff x="1738925" y="4718600"/>
            <a:chExt cx="5666144" cy="116400"/>
          </a:xfrm>
        </p:grpSpPr>
        <p:sp>
          <p:nvSpPr>
            <p:cNvPr id="4" name="Google Shape;737;p37">
              <a:hlinkClick r:id="rId5" action="ppaction://hlinksldjump"/>
              <a:extLst>
                <a:ext uri="{FF2B5EF4-FFF2-40B4-BE49-F238E27FC236}">
                  <a16:creationId xmlns:a16="http://schemas.microsoft.com/office/drawing/2014/main" id="{3A2EB7CC-2586-C242-EA86-9A60632A65D4}"/>
                </a:ext>
              </a:extLst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" name="Google Shape;738;p37">
              <a:hlinkClick r:id="rId6" action="ppaction://hlinksldjump"/>
              <a:extLst>
                <a:ext uri="{FF2B5EF4-FFF2-40B4-BE49-F238E27FC236}">
                  <a16:creationId xmlns:a16="http://schemas.microsoft.com/office/drawing/2014/main" id="{9DE1568B-374E-615B-0AB3-5C949E0BEBBD}"/>
                </a:ext>
              </a:extLst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739;p37">
              <a:hlinkClick r:id="rId7" action="ppaction://hlinksldjump"/>
              <a:extLst>
                <a:ext uri="{FF2B5EF4-FFF2-40B4-BE49-F238E27FC236}">
                  <a16:creationId xmlns:a16="http://schemas.microsoft.com/office/drawing/2014/main" id="{D6B6FDD5-5519-530F-D00C-1C084C61092C}"/>
                </a:ext>
              </a:extLst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Google Shape;740;p37">
              <a:hlinkClick r:id="rId8" action="ppaction://hlinksldjump"/>
              <a:extLst>
                <a:ext uri="{FF2B5EF4-FFF2-40B4-BE49-F238E27FC236}">
                  <a16:creationId xmlns:a16="http://schemas.microsoft.com/office/drawing/2014/main" id="{D5F613BF-4C47-835C-BF5F-656144263F44}"/>
                </a:ext>
              </a:extLst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Google Shape;741;p37">
              <a:hlinkClick r:id="rId9" action="ppaction://hlinksldjump"/>
              <a:extLst>
                <a:ext uri="{FF2B5EF4-FFF2-40B4-BE49-F238E27FC236}">
                  <a16:creationId xmlns:a16="http://schemas.microsoft.com/office/drawing/2014/main" id="{57B50D72-41F1-5642-B050-DA3DD62B58A4}"/>
                </a:ext>
              </a:extLst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742;p37">
              <a:hlinkClick r:id="rId10" action="ppaction://hlinksldjump"/>
              <a:extLst>
                <a:ext uri="{FF2B5EF4-FFF2-40B4-BE49-F238E27FC236}">
                  <a16:creationId xmlns:a16="http://schemas.microsoft.com/office/drawing/2014/main" id="{B84D89C8-CA7F-0C74-A023-DBAEA12B5BA9}"/>
                </a:ext>
              </a:extLst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743;p37">
              <a:hlinkClick r:id="rId11" action="ppaction://hlinksldjump"/>
              <a:extLst>
                <a:ext uri="{FF2B5EF4-FFF2-40B4-BE49-F238E27FC236}">
                  <a16:creationId xmlns:a16="http://schemas.microsoft.com/office/drawing/2014/main" id="{A27B3879-F320-C760-3D1B-0C78DC5B2345}"/>
                </a:ext>
              </a:extLst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744;p37">
              <a:hlinkClick r:id="rId12" action="ppaction://hlinksldjump"/>
              <a:extLst>
                <a:ext uri="{FF2B5EF4-FFF2-40B4-BE49-F238E27FC236}">
                  <a16:creationId xmlns:a16="http://schemas.microsoft.com/office/drawing/2014/main" id="{54982CDC-F987-31D8-A558-69531EEE5CB2}"/>
                </a:ext>
              </a:extLst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745;p37">
              <a:hlinkClick r:id="rId13" action="ppaction://hlinksldjump"/>
              <a:extLst>
                <a:ext uri="{FF2B5EF4-FFF2-40B4-BE49-F238E27FC236}">
                  <a16:creationId xmlns:a16="http://schemas.microsoft.com/office/drawing/2014/main" id="{2C86EDB0-0646-5C67-B98A-FA128C99B327}"/>
                </a:ext>
              </a:extLst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746;p37">
              <a:hlinkClick r:id="rId14" action="ppaction://hlinksldjump"/>
              <a:extLst>
                <a:ext uri="{FF2B5EF4-FFF2-40B4-BE49-F238E27FC236}">
                  <a16:creationId xmlns:a16="http://schemas.microsoft.com/office/drawing/2014/main" id="{B3C9BE02-312D-05F4-6CCC-007100B7FB35}"/>
                </a:ext>
              </a:extLst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747;p37">
              <a:hlinkClick r:id="rId15" action="ppaction://hlinksldjump"/>
              <a:extLst>
                <a:ext uri="{FF2B5EF4-FFF2-40B4-BE49-F238E27FC236}">
                  <a16:creationId xmlns:a16="http://schemas.microsoft.com/office/drawing/2014/main" id="{1EFEF5DB-3992-7868-3AA9-533E640E6AD9}"/>
                </a:ext>
              </a:extLst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748;p37">
              <a:hlinkClick r:id="rId16" action="ppaction://hlinksldjump"/>
              <a:extLst>
                <a:ext uri="{FF2B5EF4-FFF2-40B4-BE49-F238E27FC236}">
                  <a16:creationId xmlns:a16="http://schemas.microsoft.com/office/drawing/2014/main" id="{E4AE308D-325C-D772-47E6-4C11DAB079F7}"/>
                </a:ext>
              </a:extLst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749;p37">
              <a:hlinkClick r:id="rId17" action="ppaction://hlinksldjump"/>
              <a:extLst>
                <a:ext uri="{FF2B5EF4-FFF2-40B4-BE49-F238E27FC236}">
                  <a16:creationId xmlns:a16="http://schemas.microsoft.com/office/drawing/2014/main" id="{59E14695-0418-11CB-430D-C7C24AC2A575}"/>
                </a:ext>
              </a:extLst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750;p37">
              <a:hlinkClick r:id="rId18" action="ppaction://hlinksldjump"/>
              <a:extLst>
                <a:ext uri="{FF2B5EF4-FFF2-40B4-BE49-F238E27FC236}">
                  <a16:creationId xmlns:a16="http://schemas.microsoft.com/office/drawing/2014/main" id="{97968986-F2D3-E358-80D9-19291A79E2A2}"/>
                </a:ext>
              </a:extLst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751;p37">
              <a:hlinkClick r:id="rId16" action="ppaction://hlinksldjump"/>
              <a:extLst>
                <a:ext uri="{FF2B5EF4-FFF2-40B4-BE49-F238E27FC236}">
                  <a16:creationId xmlns:a16="http://schemas.microsoft.com/office/drawing/2014/main" id="{E6A46D8D-0DD2-D5D6-6C30-91B1956B84BD}"/>
                </a:ext>
              </a:extLst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752;p37">
              <a:hlinkClick r:id="rId17" action="ppaction://hlinksldjump"/>
              <a:extLst>
                <a:ext uri="{FF2B5EF4-FFF2-40B4-BE49-F238E27FC236}">
                  <a16:creationId xmlns:a16="http://schemas.microsoft.com/office/drawing/2014/main" id="{5CF698B4-BAB7-A39A-A2E3-BCE25A33C7BC}"/>
                </a:ext>
              </a:extLst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753;p37">
              <a:hlinkClick r:id="rId19" action="ppaction://hlinksldjump"/>
              <a:extLst>
                <a:ext uri="{FF2B5EF4-FFF2-40B4-BE49-F238E27FC236}">
                  <a16:creationId xmlns:a16="http://schemas.microsoft.com/office/drawing/2014/main" id="{DE02C3C9-22F8-AFA2-044A-EAE941880944}"/>
                </a:ext>
              </a:extLst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754;p37">
              <a:hlinkClick r:id="" action="ppaction://noaction"/>
              <a:extLst>
                <a:ext uri="{FF2B5EF4-FFF2-40B4-BE49-F238E27FC236}">
                  <a16:creationId xmlns:a16="http://schemas.microsoft.com/office/drawing/2014/main" id="{F7C49EDE-883B-496C-334A-D6591A29F035}"/>
                </a:ext>
              </a:extLst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" name="Google Shape;755;p37">
              <a:hlinkClick r:id="" action="ppaction://noaction"/>
              <a:extLst>
                <a:ext uri="{FF2B5EF4-FFF2-40B4-BE49-F238E27FC236}">
                  <a16:creationId xmlns:a16="http://schemas.microsoft.com/office/drawing/2014/main" id="{24055A2E-532A-390A-32EB-1A085C5EDD6B}"/>
                </a:ext>
              </a:extLst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" name="Google Shape;756;p37">
              <a:hlinkClick r:id="rId20" action="ppaction://hlinksldjump"/>
              <a:extLst>
                <a:ext uri="{FF2B5EF4-FFF2-40B4-BE49-F238E27FC236}">
                  <a16:creationId xmlns:a16="http://schemas.microsoft.com/office/drawing/2014/main" id="{1935175B-2FBF-08D2-B0FA-1F189F764689}"/>
                </a:ext>
              </a:extLst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1010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B2BE6D86-7FC8-CF5D-C5EB-0F6DFE33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4">
            <a:hlinkClick r:id="rId3" action="ppaction://hlinksldjump"/>
            <a:extLst>
              <a:ext uri="{FF2B5EF4-FFF2-40B4-BE49-F238E27FC236}">
                <a16:creationId xmlns:a16="http://schemas.microsoft.com/office/drawing/2014/main" id="{A4FF2E65-774A-DCC9-EA10-C33802CBC023}"/>
              </a:ext>
            </a:extLst>
          </p:cNvPr>
          <p:cNvSpPr/>
          <p:nvPr/>
        </p:nvSpPr>
        <p:spPr>
          <a:xfrm>
            <a:off x="203101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5" name="Google Shape;595;p34">
            <a:hlinkClick r:id="rId4" action="ppaction://hlinksldjump"/>
            <a:extLst>
              <a:ext uri="{FF2B5EF4-FFF2-40B4-BE49-F238E27FC236}">
                <a16:creationId xmlns:a16="http://schemas.microsoft.com/office/drawing/2014/main" id="{3835DA12-98F8-381C-E01F-A7E7157C0430}"/>
              </a:ext>
            </a:extLst>
          </p:cNvPr>
          <p:cNvSpPr/>
          <p:nvPr/>
        </p:nvSpPr>
        <p:spPr>
          <a:xfrm>
            <a:off x="232310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34">
            <a:hlinkClick r:id="rId5" action="ppaction://hlinksldjump"/>
            <a:extLst>
              <a:ext uri="{FF2B5EF4-FFF2-40B4-BE49-F238E27FC236}">
                <a16:creationId xmlns:a16="http://schemas.microsoft.com/office/drawing/2014/main" id="{454ABF99-9FC9-59FD-1032-24423744E41E}"/>
              </a:ext>
            </a:extLst>
          </p:cNvPr>
          <p:cNvSpPr/>
          <p:nvPr/>
        </p:nvSpPr>
        <p:spPr>
          <a:xfrm>
            <a:off x="2615200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7" name="Google Shape;597;p34">
            <a:hlinkClick r:id="rId6" action="ppaction://hlinksldjump"/>
            <a:extLst>
              <a:ext uri="{FF2B5EF4-FFF2-40B4-BE49-F238E27FC236}">
                <a16:creationId xmlns:a16="http://schemas.microsoft.com/office/drawing/2014/main" id="{E47C47C6-34D8-4FBD-6969-2C4C59CE188D}"/>
              </a:ext>
            </a:extLst>
          </p:cNvPr>
          <p:cNvSpPr/>
          <p:nvPr/>
        </p:nvSpPr>
        <p:spPr>
          <a:xfrm>
            <a:off x="2907292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8" name="Google Shape;598;p34">
            <a:hlinkClick r:id="rId7" action="ppaction://hlinksldjump"/>
            <a:extLst>
              <a:ext uri="{FF2B5EF4-FFF2-40B4-BE49-F238E27FC236}">
                <a16:creationId xmlns:a16="http://schemas.microsoft.com/office/drawing/2014/main" id="{F4ED4B82-7B3C-FFF9-0AAF-898F418DDB58}"/>
              </a:ext>
            </a:extLst>
          </p:cNvPr>
          <p:cNvSpPr/>
          <p:nvPr/>
        </p:nvSpPr>
        <p:spPr>
          <a:xfrm>
            <a:off x="3199384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9" name="Google Shape;599;p34">
            <a:hlinkClick r:id="rId8" action="ppaction://hlinksldjump"/>
            <a:extLst>
              <a:ext uri="{FF2B5EF4-FFF2-40B4-BE49-F238E27FC236}">
                <a16:creationId xmlns:a16="http://schemas.microsoft.com/office/drawing/2014/main" id="{AB12FE37-1F51-95B3-AB75-E91ADF16BE20}"/>
              </a:ext>
            </a:extLst>
          </p:cNvPr>
          <p:cNvSpPr/>
          <p:nvPr/>
        </p:nvSpPr>
        <p:spPr>
          <a:xfrm>
            <a:off x="3491476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p34">
            <a:hlinkClick r:id="rId9" action="ppaction://hlinksldjump"/>
            <a:extLst>
              <a:ext uri="{FF2B5EF4-FFF2-40B4-BE49-F238E27FC236}">
                <a16:creationId xmlns:a16="http://schemas.microsoft.com/office/drawing/2014/main" id="{25E65990-A1C5-7640-D760-91719B69F46D}"/>
              </a:ext>
            </a:extLst>
          </p:cNvPr>
          <p:cNvSpPr/>
          <p:nvPr/>
        </p:nvSpPr>
        <p:spPr>
          <a:xfrm>
            <a:off x="378356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1" name="Google Shape;601;p34">
            <a:hlinkClick r:id="rId10" action="ppaction://hlinksldjump"/>
            <a:extLst>
              <a:ext uri="{FF2B5EF4-FFF2-40B4-BE49-F238E27FC236}">
                <a16:creationId xmlns:a16="http://schemas.microsoft.com/office/drawing/2014/main" id="{2DEA0099-9428-6302-BDBB-289223564ECA}"/>
              </a:ext>
            </a:extLst>
          </p:cNvPr>
          <p:cNvSpPr/>
          <p:nvPr/>
        </p:nvSpPr>
        <p:spPr>
          <a:xfrm>
            <a:off x="407565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2" name="Google Shape;602;p34">
            <a:hlinkClick r:id="rId11" action="ppaction://hlinksldjump"/>
            <a:extLst>
              <a:ext uri="{FF2B5EF4-FFF2-40B4-BE49-F238E27FC236}">
                <a16:creationId xmlns:a16="http://schemas.microsoft.com/office/drawing/2014/main" id="{C322EF01-35CF-E603-DC2A-0C83F81ECAD3}"/>
              </a:ext>
            </a:extLst>
          </p:cNvPr>
          <p:cNvSpPr/>
          <p:nvPr/>
        </p:nvSpPr>
        <p:spPr>
          <a:xfrm>
            <a:off x="4367751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3" name="Google Shape;603;p34">
            <a:hlinkClick r:id="rId12" action="ppaction://hlinksldjump"/>
            <a:extLst>
              <a:ext uri="{FF2B5EF4-FFF2-40B4-BE49-F238E27FC236}">
                <a16:creationId xmlns:a16="http://schemas.microsoft.com/office/drawing/2014/main" id="{DBEB8FB0-D4B9-BDEB-2BE1-012EB05F1C71}"/>
              </a:ext>
            </a:extLst>
          </p:cNvPr>
          <p:cNvSpPr/>
          <p:nvPr/>
        </p:nvSpPr>
        <p:spPr>
          <a:xfrm>
            <a:off x="5828209" y="4718600"/>
            <a:ext cx="116400" cy="116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4" name="Google Shape;604;p34">
            <a:hlinkClick r:id="rId13" action="ppaction://hlinksldjump"/>
            <a:extLst>
              <a:ext uri="{FF2B5EF4-FFF2-40B4-BE49-F238E27FC236}">
                <a16:creationId xmlns:a16="http://schemas.microsoft.com/office/drawing/2014/main" id="{A6574026-ED35-316E-E73C-0F6D408D84F9}"/>
              </a:ext>
            </a:extLst>
          </p:cNvPr>
          <p:cNvSpPr/>
          <p:nvPr/>
        </p:nvSpPr>
        <p:spPr>
          <a:xfrm>
            <a:off x="4951934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5" name="Google Shape;605;p34">
            <a:hlinkClick r:id="rId14" action="ppaction://hlinksldjump"/>
            <a:extLst>
              <a:ext uri="{FF2B5EF4-FFF2-40B4-BE49-F238E27FC236}">
                <a16:creationId xmlns:a16="http://schemas.microsoft.com/office/drawing/2014/main" id="{4141607F-02FA-BF30-6037-D31C4E6111C5}"/>
              </a:ext>
            </a:extLst>
          </p:cNvPr>
          <p:cNvSpPr/>
          <p:nvPr/>
        </p:nvSpPr>
        <p:spPr>
          <a:xfrm>
            <a:off x="5244026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6" name="Google Shape;606;p34">
            <a:hlinkClick r:id="rId15" action="ppaction://hlinksldjump"/>
            <a:extLst>
              <a:ext uri="{FF2B5EF4-FFF2-40B4-BE49-F238E27FC236}">
                <a16:creationId xmlns:a16="http://schemas.microsoft.com/office/drawing/2014/main" id="{57C3DBA5-0C6B-9361-ED3D-D0899AD59AA2}"/>
              </a:ext>
            </a:extLst>
          </p:cNvPr>
          <p:cNvSpPr/>
          <p:nvPr/>
        </p:nvSpPr>
        <p:spPr>
          <a:xfrm>
            <a:off x="5536118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7" name="Google Shape;607;p34">
            <a:hlinkClick r:id="rId16" action="ppaction://hlinksldjump"/>
            <a:extLst>
              <a:ext uri="{FF2B5EF4-FFF2-40B4-BE49-F238E27FC236}">
                <a16:creationId xmlns:a16="http://schemas.microsoft.com/office/drawing/2014/main" id="{7D1652CA-6845-F795-73DA-9B6FF461759E}"/>
              </a:ext>
            </a:extLst>
          </p:cNvPr>
          <p:cNvSpPr/>
          <p:nvPr/>
        </p:nvSpPr>
        <p:spPr>
          <a:xfrm>
            <a:off x="4663745" y="47202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" name="Google Shape;608;p34">
            <a:hlinkClick r:id="rId14" action="ppaction://hlinksldjump"/>
            <a:extLst>
              <a:ext uri="{FF2B5EF4-FFF2-40B4-BE49-F238E27FC236}">
                <a16:creationId xmlns:a16="http://schemas.microsoft.com/office/drawing/2014/main" id="{4C872843-E813-78B1-E031-B42CD17A3725}"/>
              </a:ext>
            </a:extLst>
          </p:cNvPr>
          <p:cNvSpPr/>
          <p:nvPr/>
        </p:nvSpPr>
        <p:spPr>
          <a:xfrm>
            <a:off x="6120302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p34">
            <a:hlinkClick r:id="rId15" action="ppaction://hlinksldjump"/>
            <a:extLst>
              <a:ext uri="{FF2B5EF4-FFF2-40B4-BE49-F238E27FC236}">
                <a16:creationId xmlns:a16="http://schemas.microsoft.com/office/drawing/2014/main" id="{26145BF4-25F6-574D-0E3A-1868AB9B8FEE}"/>
              </a:ext>
            </a:extLst>
          </p:cNvPr>
          <p:cNvSpPr/>
          <p:nvPr/>
        </p:nvSpPr>
        <p:spPr>
          <a:xfrm>
            <a:off x="6412393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0" name="Google Shape;610;p34">
            <a:hlinkClick r:id="rId17" action="ppaction://hlinksldjump"/>
            <a:extLst>
              <a:ext uri="{FF2B5EF4-FFF2-40B4-BE49-F238E27FC236}">
                <a16:creationId xmlns:a16="http://schemas.microsoft.com/office/drawing/2014/main" id="{F6BBFDD0-059A-FD46-0E0C-02744DA7BB00}"/>
              </a:ext>
            </a:extLst>
          </p:cNvPr>
          <p:cNvSpPr/>
          <p:nvPr/>
        </p:nvSpPr>
        <p:spPr>
          <a:xfrm>
            <a:off x="6704485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1" name="Google Shape;611;p34">
            <a:hlinkClick r:id="" action="ppaction://noaction"/>
            <a:extLst>
              <a:ext uri="{FF2B5EF4-FFF2-40B4-BE49-F238E27FC236}">
                <a16:creationId xmlns:a16="http://schemas.microsoft.com/office/drawing/2014/main" id="{BCEDCB94-B5C7-B925-FE13-4C36FA679FD5}"/>
              </a:ext>
            </a:extLst>
          </p:cNvPr>
          <p:cNvSpPr/>
          <p:nvPr/>
        </p:nvSpPr>
        <p:spPr>
          <a:xfrm>
            <a:off x="699657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2" name="Google Shape;612;p34">
            <a:hlinkClick r:id="" action="ppaction://noaction"/>
            <a:extLst>
              <a:ext uri="{FF2B5EF4-FFF2-40B4-BE49-F238E27FC236}">
                <a16:creationId xmlns:a16="http://schemas.microsoft.com/office/drawing/2014/main" id="{4B9A48C5-42FE-C486-F77A-2D509FFAE0B8}"/>
              </a:ext>
            </a:extLst>
          </p:cNvPr>
          <p:cNvSpPr/>
          <p:nvPr/>
        </p:nvSpPr>
        <p:spPr>
          <a:xfrm>
            <a:off x="728866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4">
            <a:hlinkClick r:id="rId18" action="ppaction://hlinksldjump"/>
            <a:extLst>
              <a:ext uri="{FF2B5EF4-FFF2-40B4-BE49-F238E27FC236}">
                <a16:creationId xmlns:a16="http://schemas.microsoft.com/office/drawing/2014/main" id="{41C8D256-BDDE-292C-279D-026A885D6D73}"/>
              </a:ext>
            </a:extLst>
          </p:cNvPr>
          <p:cNvSpPr/>
          <p:nvPr/>
        </p:nvSpPr>
        <p:spPr>
          <a:xfrm>
            <a:off x="1738925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458;p31">
            <a:extLst>
              <a:ext uri="{FF2B5EF4-FFF2-40B4-BE49-F238E27FC236}">
                <a16:creationId xmlns:a16="http://schemas.microsoft.com/office/drawing/2014/main" id="{8EA54FDD-C84C-773A-7DCB-CD2AA8E2EC28}"/>
              </a:ext>
            </a:extLst>
          </p:cNvPr>
          <p:cNvSpPr txBox="1">
            <a:spLocks/>
          </p:cNvSpPr>
          <p:nvPr/>
        </p:nvSpPr>
        <p:spPr>
          <a:xfrm>
            <a:off x="719999" y="445024"/>
            <a:ext cx="7910433" cy="768899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 Black"/>
              <a:buNone/>
              <a:defRPr sz="4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arker Grotesque"/>
              <a:buNone/>
              <a:defRPr sz="6000" b="1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ru-RU" sz="3000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ОБЩИЕ РЕЗУЛЬТАТЫ</a:t>
            </a:r>
            <a:endParaRPr lang="ru-RU" sz="3000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245B4C1-02BA-AF9E-6408-CEBD2C3FFEE8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28"/>
          <a:stretch>
            <a:fillRect/>
          </a:stretch>
        </p:blipFill>
        <p:spPr>
          <a:xfrm>
            <a:off x="2196465" y="1213923"/>
            <a:ext cx="4435350" cy="329094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25BD31-6266-104D-6AB9-A8D842867CDE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43"/>
          <a:stretch>
            <a:fillRect/>
          </a:stretch>
        </p:blipFill>
        <p:spPr>
          <a:xfrm>
            <a:off x="2208276" y="1748790"/>
            <a:ext cx="4423539" cy="28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94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77E3E33F-D9C9-1AEB-744F-E4392013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">
            <a:extLst>
              <a:ext uri="{FF2B5EF4-FFF2-40B4-BE49-F238E27FC236}">
                <a16:creationId xmlns:a16="http://schemas.microsoft.com/office/drawing/2014/main" id="{37326DEB-8C00-20AB-E235-D053460A0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9093" y="521225"/>
            <a:ext cx="230369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ВЫВОДЫ</a:t>
            </a:r>
            <a:endParaRPr lang="ru-RU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527" name="Google Shape;527;p32">
            <a:extLst>
              <a:ext uri="{FF2B5EF4-FFF2-40B4-BE49-F238E27FC236}">
                <a16:creationId xmlns:a16="http://schemas.microsoft.com/office/drawing/2014/main" id="{4FB2244D-4BDC-03CB-0F8F-A04FAD5D2300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800875" y="1506984"/>
            <a:ext cx="2333700" cy="10608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качество анализа растёт строго пропорционально качеству </a:t>
            </a:r>
            <a:r>
              <a:rPr lang="ru-RU" sz="1600" b="1" dirty="0" err="1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промпта</a:t>
            </a:r>
            <a:endParaRPr sz="1600" b="1"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25" name="Google Shape;527;p32">
            <a:extLst>
              <a:ext uri="{FF2B5EF4-FFF2-40B4-BE49-F238E27FC236}">
                <a16:creationId xmlns:a16="http://schemas.microsoft.com/office/drawing/2014/main" id="{C9202C83-6B29-2B5B-9A14-5E5DC287C007}"/>
              </a:ext>
            </a:extLst>
          </p:cNvPr>
          <p:cNvSpPr txBox="1">
            <a:spLocks/>
          </p:cNvSpPr>
          <p:nvPr/>
        </p:nvSpPr>
        <p:spPr>
          <a:xfrm>
            <a:off x="3394089" y="1506984"/>
            <a:ext cx="2333700" cy="85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2</a:t>
            </a:r>
          </a:p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модели не умеют “читать мысли автора”</a:t>
            </a:r>
          </a:p>
        </p:txBody>
      </p:sp>
      <p:sp>
        <p:nvSpPr>
          <p:cNvPr id="28" name="Google Shape;527;p32">
            <a:extLst>
              <a:ext uri="{FF2B5EF4-FFF2-40B4-BE49-F238E27FC236}">
                <a16:creationId xmlns:a16="http://schemas.microsoft.com/office/drawing/2014/main" id="{4B49D0DE-B0C2-03D2-41CC-6213B3C9D7DB}"/>
              </a:ext>
            </a:extLst>
          </p:cNvPr>
          <p:cNvSpPr txBox="1">
            <a:spLocks/>
          </p:cNvSpPr>
          <p:nvPr/>
        </p:nvSpPr>
        <p:spPr>
          <a:xfrm>
            <a:off x="4662877" y="3101468"/>
            <a:ext cx="2333700" cy="108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endParaRPr lang="ru-RU" sz="1600" b="1" dirty="0">
              <a:solidFill>
                <a:schemeClr val="accent4">
                  <a:lumMod val="50000"/>
                </a:schemeClr>
              </a:solidFill>
              <a:latin typeface="Montserrat Medium" panose="00000600000000000000" pitchFamily="2" charset="-52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5</a:t>
            </a:r>
          </a:p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ИИ можно использовать для первичной проверки</a:t>
            </a:r>
          </a:p>
        </p:txBody>
      </p:sp>
      <p:sp>
        <p:nvSpPr>
          <p:cNvPr id="31" name="Google Shape;527;p32">
            <a:extLst>
              <a:ext uri="{FF2B5EF4-FFF2-40B4-BE49-F238E27FC236}">
                <a16:creationId xmlns:a16="http://schemas.microsoft.com/office/drawing/2014/main" id="{E51A7A3A-CECF-D478-B0C4-357D3F6ED1CC}"/>
              </a:ext>
            </a:extLst>
          </p:cNvPr>
          <p:cNvSpPr txBox="1">
            <a:spLocks/>
          </p:cNvSpPr>
          <p:nvPr/>
        </p:nvSpPr>
        <p:spPr>
          <a:xfrm>
            <a:off x="1940114" y="3098571"/>
            <a:ext cx="2836129" cy="85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4</a:t>
            </a:r>
          </a:p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технические тексты анализируются надёжнее </a:t>
            </a:r>
          </a:p>
        </p:txBody>
      </p:sp>
      <p:sp>
        <p:nvSpPr>
          <p:cNvPr id="32" name="Google Shape;527;p32">
            <a:extLst>
              <a:ext uri="{FF2B5EF4-FFF2-40B4-BE49-F238E27FC236}">
                <a16:creationId xmlns:a16="http://schemas.microsoft.com/office/drawing/2014/main" id="{509585D5-6A76-9314-D1DB-265DD13E6EA4}"/>
              </a:ext>
            </a:extLst>
          </p:cNvPr>
          <p:cNvSpPr txBox="1">
            <a:spLocks/>
          </p:cNvSpPr>
          <p:nvPr/>
        </p:nvSpPr>
        <p:spPr>
          <a:xfrm>
            <a:off x="6119588" y="1506984"/>
            <a:ext cx="2333700" cy="134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000" b="0" i="0" u="none" strike="noStrike" cap="none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None/>
              <a:defRPr sz="2400" b="1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3</a:t>
            </a:r>
          </a:p>
          <a:p>
            <a:pPr marL="0" indent="0"/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гуманитарные тексты требуют формализованного </a:t>
            </a:r>
            <a:r>
              <a:rPr lang="ru-RU" sz="1600" b="1" dirty="0" err="1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промпта</a:t>
            </a:r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Montserrat Medium" panose="00000600000000000000" pitchFamily="2" charset="-52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, иначе случаются ошибки</a:t>
            </a:r>
          </a:p>
        </p:txBody>
      </p:sp>
      <p:sp>
        <p:nvSpPr>
          <p:cNvPr id="24" name="Google Shape;633;p35">
            <a:hlinkClick r:id="rId3" action="ppaction://hlinksldjump"/>
            <a:extLst>
              <a:ext uri="{FF2B5EF4-FFF2-40B4-BE49-F238E27FC236}">
                <a16:creationId xmlns:a16="http://schemas.microsoft.com/office/drawing/2014/main" id="{65394A40-3C93-1B3F-8973-BD5580C56879}"/>
              </a:ext>
            </a:extLst>
          </p:cNvPr>
          <p:cNvSpPr/>
          <p:nvPr/>
        </p:nvSpPr>
        <p:spPr>
          <a:xfrm>
            <a:off x="203101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Google Shape;634;p35">
            <a:hlinkClick r:id="rId4" action="ppaction://hlinksldjump"/>
            <a:extLst>
              <a:ext uri="{FF2B5EF4-FFF2-40B4-BE49-F238E27FC236}">
                <a16:creationId xmlns:a16="http://schemas.microsoft.com/office/drawing/2014/main" id="{F9747778-2056-22FD-4C70-8C8E0BA56C7E}"/>
              </a:ext>
            </a:extLst>
          </p:cNvPr>
          <p:cNvSpPr/>
          <p:nvPr/>
        </p:nvSpPr>
        <p:spPr>
          <a:xfrm>
            <a:off x="232310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635;p35">
            <a:hlinkClick r:id="rId5" action="ppaction://hlinksldjump"/>
            <a:extLst>
              <a:ext uri="{FF2B5EF4-FFF2-40B4-BE49-F238E27FC236}">
                <a16:creationId xmlns:a16="http://schemas.microsoft.com/office/drawing/2014/main" id="{B1F460F8-C118-17AA-A510-7C9980F6D33D}"/>
              </a:ext>
            </a:extLst>
          </p:cNvPr>
          <p:cNvSpPr/>
          <p:nvPr/>
        </p:nvSpPr>
        <p:spPr>
          <a:xfrm>
            <a:off x="2615200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636;p35">
            <a:hlinkClick r:id="rId6" action="ppaction://hlinksldjump"/>
            <a:extLst>
              <a:ext uri="{FF2B5EF4-FFF2-40B4-BE49-F238E27FC236}">
                <a16:creationId xmlns:a16="http://schemas.microsoft.com/office/drawing/2014/main" id="{02C4E1CB-0A08-E6C1-CDE0-F7E08ACC9F0E}"/>
              </a:ext>
            </a:extLst>
          </p:cNvPr>
          <p:cNvSpPr/>
          <p:nvPr/>
        </p:nvSpPr>
        <p:spPr>
          <a:xfrm>
            <a:off x="2907292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637;p35">
            <a:hlinkClick r:id="rId7" action="ppaction://hlinksldjump"/>
            <a:extLst>
              <a:ext uri="{FF2B5EF4-FFF2-40B4-BE49-F238E27FC236}">
                <a16:creationId xmlns:a16="http://schemas.microsoft.com/office/drawing/2014/main" id="{200C9745-0413-26DD-240B-EAEFA63F7630}"/>
              </a:ext>
            </a:extLst>
          </p:cNvPr>
          <p:cNvSpPr/>
          <p:nvPr/>
        </p:nvSpPr>
        <p:spPr>
          <a:xfrm>
            <a:off x="3199384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638;p35">
            <a:hlinkClick r:id="rId8" action="ppaction://hlinksldjump"/>
            <a:extLst>
              <a:ext uri="{FF2B5EF4-FFF2-40B4-BE49-F238E27FC236}">
                <a16:creationId xmlns:a16="http://schemas.microsoft.com/office/drawing/2014/main" id="{A71185B6-7B03-E063-57DA-F4A0C006F442}"/>
              </a:ext>
            </a:extLst>
          </p:cNvPr>
          <p:cNvSpPr/>
          <p:nvPr/>
        </p:nvSpPr>
        <p:spPr>
          <a:xfrm>
            <a:off x="3491476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Google Shape;639;p35">
            <a:hlinkClick r:id="rId9" action="ppaction://hlinksldjump"/>
            <a:extLst>
              <a:ext uri="{FF2B5EF4-FFF2-40B4-BE49-F238E27FC236}">
                <a16:creationId xmlns:a16="http://schemas.microsoft.com/office/drawing/2014/main" id="{4676EC81-D7CE-83C9-DA78-E8584BB25A98}"/>
              </a:ext>
            </a:extLst>
          </p:cNvPr>
          <p:cNvSpPr/>
          <p:nvPr/>
        </p:nvSpPr>
        <p:spPr>
          <a:xfrm>
            <a:off x="378356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Google Shape;640;p35">
            <a:hlinkClick r:id="rId10" action="ppaction://hlinksldjump"/>
            <a:extLst>
              <a:ext uri="{FF2B5EF4-FFF2-40B4-BE49-F238E27FC236}">
                <a16:creationId xmlns:a16="http://schemas.microsoft.com/office/drawing/2014/main" id="{F409E71F-7FA9-A29B-CA7E-A97967313BE1}"/>
              </a:ext>
            </a:extLst>
          </p:cNvPr>
          <p:cNvSpPr/>
          <p:nvPr/>
        </p:nvSpPr>
        <p:spPr>
          <a:xfrm>
            <a:off x="407565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641;p35">
            <a:hlinkClick r:id="rId11" action="ppaction://hlinksldjump"/>
            <a:extLst>
              <a:ext uri="{FF2B5EF4-FFF2-40B4-BE49-F238E27FC236}">
                <a16:creationId xmlns:a16="http://schemas.microsoft.com/office/drawing/2014/main" id="{553D5416-8189-02E6-64C9-C017B1BA5464}"/>
              </a:ext>
            </a:extLst>
          </p:cNvPr>
          <p:cNvSpPr/>
          <p:nvPr/>
        </p:nvSpPr>
        <p:spPr>
          <a:xfrm>
            <a:off x="4367751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" name="Google Shape;642;p35">
            <a:hlinkClick r:id="rId12" action="ppaction://hlinksldjump"/>
            <a:extLst>
              <a:ext uri="{FF2B5EF4-FFF2-40B4-BE49-F238E27FC236}">
                <a16:creationId xmlns:a16="http://schemas.microsoft.com/office/drawing/2014/main" id="{E52202CA-8D1D-F63C-5EB9-3C3120A0A1A4}"/>
              </a:ext>
            </a:extLst>
          </p:cNvPr>
          <p:cNvSpPr/>
          <p:nvPr/>
        </p:nvSpPr>
        <p:spPr>
          <a:xfrm>
            <a:off x="4659843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643;p35">
            <a:hlinkClick r:id="rId13" action="ppaction://hlinksldjump"/>
            <a:extLst>
              <a:ext uri="{FF2B5EF4-FFF2-40B4-BE49-F238E27FC236}">
                <a16:creationId xmlns:a16="http://schemas.microsoft.com/office/drawing/2014/main" id="{A78B4BB1-FE0A-6C59-6135-57FA8D8CA04B}"/>
              </a:ext>
            </a:extLst>
          </p:cNvPr>
          <p:cNvSpPr/>
          <p:nvPr/>
        </p:nvSpPr>
        <p:spPr>
          <a:xfrm>
            <a:off x="6412393" y="4718600"/>
            <a:ext cx="116400" cy="116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644;p35">
            <a:hlinkClick r:id="rId14" action="ppaction://hlinksldjump"/>
            <a:extLst>
              <a:ext uri="{FF2B5EF4-FFF2-40B4-BE49-F238E27FC236}">
                <a16:creationId xmlns:a16="http://schemas.microsoft.com/office/drawing/2014/main" id="{849B73AD-0397-52FA-63A6-6D62978DD820}"/>
              </a:ext>
            </a:extLst>
          </p:cNvPr>
          <p:cNvSpPr/>
          <p:nvPr/>
        </p:nvSpPr>
        <p:spPr>
          <a:xfrm>
            <a:off x="5244026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" name="Google Shape;645;p35">
            <a:hlinkClick r:id="rId15" action="ppaction://hlinksldjump"/>
            <a:extLst>
              <a:ext uri="{FF2B5EF4-FFF2-40B4-BE49-F238E27FC236}">
                <a16:creationId xmlns:a16="http://schemas.microsoft.com/office/drawing/2014/main" id="{7BDD3CB1-55BD-F918-D1A2-CE749CCE6098}"/>
              </a:ext>
            </a:extLst>
          </p:cNvPr>
          <p:cNvSpPr/>
          <p:nvPr/>
        </p:nvSpPr>
        <p:spPr>
          <a:xfrm>
            <a:off x="5536118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646;p35">
            <a:hlinkClick r:id="rId16" action="ppaction://hlinksldjump"/>
            <a:extLst>
              <a:ext uri="{FF2B5EF4-FFF2-40B4-BE49-F238E27FC236}">
                <a16:creationId xmlns:a16="http://schemas.microsoft.com/office/drawing/2014/main" id="{1B2FDAD1-E23F-2A85-85C3-53225BD8F430}"/>
              </a:ext>
            </a:extLst>
          </p:cNvPr>
          <p:cNvSpPr/>
          <p:nvPr/>
        </p:nvSpPr>
        <p:spPr>
          <a:xfrm>
            <a:off x="5828210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647;p35">
            <a:hlinkClick r:id="rId14" action="ppaction://hlinksldjump"/>
            <a:extLst>
              <a:ext uri="{FF2B5EF4-FFF2-40B4-BE49-F238E27FC236}">
                <a16:creationId xmlns:a16="http://schemas.microsoft.com/office/drawing/2014/main" id="{F161FC65-2E58-A8DA-5A1A-FDB91BD25F74}"/>
              </a:ext>
            </a:extLst>
          </p:cNvPr>
          <p:cNvSpPr/>
          <p:nvPr/>
        </p:nvSpPr>
        <p:spPr>
          <a:xfrm>
            <a:off x="6120302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" name="Google Shape;648;p35">
            <a:hlinkClick r:id="rId15" action="ppaction://hlinksldjump"/>
            <a:extLst>
              <a:ext uri="{FF2B5EF4-FFF2-40B4-BE49-F238E27FC236}">
                <a16:creationId xmlns:a16="http://schemas.microsoft.com/office/drawing/2014/main" id="{367C6B48-9155-43D0-7BD6-BF7AD4A34739}"/>
              </a:ext>
            </a:extLst>
          </p:cNvPr>
          <p:cNvSpPr/>
          <p:nvPr/>
        </p:nvSpPr>
        <p:spPr>
          <a:xfrm>
            <a:off x="4951934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" name="Google Shape;649;p35">
            <a:hlinkClick r:id="rId17" action="ppaction://hlinksldjump"/>
            <a:extLst>
              <a:ext uri="{FF2B5EF4-FFF2-40B4-BE49-F238E27FC236}">
                <a16:creationId xmlns:a16="http://schemas.microsoft.com/office/drawing/2014/main" id="{CADBB99A-165C-EE7F-83E7-7F70FBE803DC}"/>
              </a:ext>
            </a:extLst>
          </p:cNvPr>
          <p:cNvSpPr/>
          <p:nvPr/>
        </p:nvSpPr>
        <p:spPr>
          <a:xfrm>
            <a:off x="6704485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Google Shape;650;p35">
            <a:hlinkClick r:id="" action="ppaction://noaction"/>
            <a:extLst>
              <a:ext uri="{FF2B5EF4-FFF2-40B4-BE49-F238E27FC236}">
                <a16:creationId xmlns:a16="http://schemas.microsoft.com/office/drawing/2014/main" id="{46DAE9EB-0F57-0E71-57A0-B5A862EB6D9A}"/>
              </a:ext>
            </a:extLst>
          </p:cNvPr>
          <p:cNvSpPr/>
          <p:nvPr/>
        </p:nvSpPr>
        <p:spPr>
          <a:xfrm>
            <a:off x="699657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651;p35">
            <a:hlinkClick r:id="" action="ppaction://noaction"/>
            <a:extLst>
              <a:ext uri="{FF2B5EF4-FFF2-40B4-BE49-F238E27FC236}">
                <a16:creationId xmlns:a16="http://schemas.microsoft.com/office/drawing/2014/main" id="{EEC1AADE-B88C-8D9F-5728-CD3B00D742AE}"/>
              </a:ext>
            </a:extLst>
          </p:cNvPr>
          <p:cNvSpPr/>
          <p:nvPr/>
        </p:nvSpPr>
        <p:spPr>
          <a:xfrm>
            <a:off x="728866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" name="Google Shape;652;p35">
            <a:hlinkClick r:id="rId18" action="ppaction://hlinksldjump"/>
            <a:extLst>
              <a:ext uri="{FF2B5EF4-FFF2-40B4-BE49-F238E27FC236}">
                <a16:creationId xmlns:a16="http://schemas.microsoft.com/office/drawing/2014/main" id="{4E7A3A40-BFF0-85B8-6DB0-988464A5B693}"/>
              </a:ext>
            </a:extLst>
          </p:cNvPr>
          <p:cNvSpPr/>
          <p:nvPr/>
        </p:nvSpPr>
        <p:spPr>
          <a:xfrm>
            <a:off x="1738925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85498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6"/>
          <p:cNvSpPr txBox="1">
            <a:spLocks noGrp="1"/>
          </p:cNvSpPr>
          <p:nvPr>
            <p:ph type="title"/>
          </p:nvPr>
        </p:nvSpPr>
        <p:spPr>
          <a:xfrm>
            <a:off x="3167053" y="521225"/>
            <a:ext cx="30635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ИНТЕРАКТИВ</a:t>
            </a:r>
            <a:endParaRPr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661" name="Google Shape;661;p36">
            <a:hlinkClick r:id="rId3" action="ppaction://hlinksldjump"/>
          </p:cNvPr>
          <p:cNvSpPr/>
          <p:nvPr/>
        </p:nvSpPr>
        <p:spPr>
          <a:xfrm>
            <a:off x="203101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2" name="Google Shape;662;p36">
            <a:hlinkClick r:id="rId4" action="ppaction://hlinksldjump"/>
          </p:cNvPr>
          <p:cNvSpPr/>
          <p:nvPr/>
        </p:nvSpPr>
        <p:spPr>
          <a:xfrm>
            <a:off x="232310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p36">
            <a:hlinkClick r:id="rId5" action="ppaction://hlinksldjump"/>
          </p:cNvPr>
          <p:cNvSpPr/>
          <p:nvPr/>
        </p:nvSpPr>
        <p:spPr>
          <a:xfrm>
            <a:off x="2615200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36">
            <a:hlinkClick r:id="rId6" action="ppaction://hlinksldjump"/>
          </p:cNvPr>
          <p:cNvSpPr/>
          <p:nvPr/>
        </p:nvSpPr>
        <p:spPr>
          <a:xfrm>
            <a:off x="2907292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36">
            <a:hlinkClick r:id="rId7" action="ppaction://hlinksldjump"/>
          </p:cNvPr>
          <p:cNvSpPr/>
          <p:nvPr/>
        </p:nvSpPr>
        <p:spPr>
          <a:xfrm>
            <a:off x="3199384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36">
            <a:hlinkClick r:id="rId8" action="ppaction://hlinksldjump"/>
          </p:cNvPr>
          <p:cNvSpPr/>
          <p:nvPr/>
        </p:nvSpPr>
        <p:spPr>
          <a:xfrm>
            <a:off x="3491476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7" name="Google Shape;667;p36">
            <a:hlinkClick r:id="rId9" action="ppaction://hlinksldjump"/>
          </p:cNvPr>
          <p:cNvSpPr/>
          <p:nvPr/>
        </p:nvSpPr>
        <p:spPr>
          <a:xfrm>
            <a:off x="378356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8" name="Google Shape;668;p36">
            <a:hlinkClick r:id="rId10" action="ppaction://hlinksldjump"/>
          </p:cNvPr>
          <p:cNvSpPr/>
          <p:nvPr/>
        </p:nvSpPr>
        <p:spPr>
          <a:xfrm>
            <a:off x="407565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9" name="Google Shape;669;p36">
            <a:hlinkClick r:id="rId11" action="ppaction://hlinksldjump"/>
          </p:cNvPr>
          <p:cNvSpPr/>
          <p:nvPr/>
        </p:nvSpPr>
        <p:spPr>
          <a:xfrm>
            <a:off x="4367751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0" name="Google Shape;670;p36">
            <a:hlinkClick r:id="rId12" action="ppaction://hlinksldjump"/>
          </p:cNvPr>
          <p:cNvSpPr/>
          <p:nvPr/>
        </p:nvSpPr>
        <p:spPr>
          <a:xfrm>
            <a:off x="4659843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1" name="Google Shape;671;p36">
            <a:hlinkClick r:id="rId13" action="ppaction://hlinksldjump"/>
          </p:cNvPr>
          <p:cNvSpPr/>
          <p:nvPr/>
        </p:nvSpPr>
        <p:spPr>
          <a:xfrm>
            <a:off x="4951934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2" name="Google Shape;672;p36">
            <a:hlinkClick r:id="rId14" action="ppaction://hlinksldjump"/>
          </p:cNvPr>
          <p:cNvSpPr/>
          <p:nvPr/>
        </p:nvSpPr>
        <p:spPr>
          <a:xfrm>
            <a:off x="6704484" y="4710980"/>
            <a:ext cx="116400" cy="116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3" name="Google Shape;673;p36">
            <a:hlinkClick r:id="rId15" action="ppaction://hlinksldjump"/>
          </p:cNvPr>
          <p:cNvSpPr/>
          <p:nvPr/>
        </p:nvSpPr>
        <p:spPr>
          <a:xfrm>
            <a:off x="5536118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4" name="Google Shape;674;p36">
            <a:hlinkClick r:id="rId16" action="ppaction://hlinksldjump"/>
          </p:cNvPr>
          <p:cNvSpPr/>
          <p:nvPr/>
        </p:nvSpPr>
        <p:spPr>
          <a:xfrm>
            <a:off x="5828210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5" name="Google Shape;675;p36">
            <a:hlinkClick r:id="rId14" action="ppaction://hlinksldjump"/>
          </p:cNvPr>
          <p:cNvSpPr/>
          <p:nvPr/>
        </p:nvSpPr>
        <p:spPr>
          <a:xfrm>
            <a:off x="6120302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6" name="Google Shape;676;p36">
            <a:hlinkClick r:id="rId15" action="ppaction://hlinksldjump"/>
          </p:cNvPr>
          <p:cNvSpPr/>
          <p:nvPr/>
        </p:nvSpPr>
        <p:spPr>
          <a:xfrm>
            <a:off x="6412393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7" name="Google Shape;677;p36">
            <a:hlinkClick r:id="rId17" action="ppaction://hlinksldjump"/>
          </p:cNvPr>
          <p:cNvSpPr/>
          <p:nvPr/>
        </p:nvSpPr>
        <p:spPr>
          <a:xfrm>
            <a:off x="5244026" y="471098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8" name="Google Shape;678;p36">
            <a:hlinkClick r:id="" action="ppaction://noaction"/>
          </p:cNvPr>
          <p:cNvSpPr/>
          <p:nvPr/>
        </p:nvSpPr>
        <p:spPr>
          <a:xfrm>
            <a:off x="699657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9" name="Google Shape;679;p36">
            <a:hlinkClick r:id="" action="ppaction://noaction"/>
          </p:cNvPr>
          <p:cNvSpPr/>
          <p:nvPr/>
        </p:nvSpPr>
        <p:spPr>
          <a:xfrm>
            <a:off x="728866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0" name="Google Shape;680;p36">
            <a:hlinkClick r:id="rId18" action="ppaction://hlinksldjump"/>
          </p:cNvPr>
          <p:cNvSpPr/>
          <p:nvPr/>
        </p:nvSpPr>
        <p:spPr>
          <a:xfrm>
            <a:off x="1738925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8CFDD4-FA0F-3EA1-488A-9A2F2FED0A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5741" y="1516369"/>
            <a:ext cx="2005859" cy="13261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22DD51-4CB0-87B1-AC06-71BF58A0BA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19345" y="1516369"/>
            <a:ext cx="2013212" cy="130461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7857EC3-C148-3C4C-3506-F17068577D8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44610" y="1516369"/>
            <a:ext cx="2009092" cy="132613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1651295-B38E-D222-DF19-BFB2E057CBA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73675" y="3243427"/>
            <a:ext cx="2094731" cy="1305893"/>
          </a:xfrm>
          <a:prstGeom prst="rect">
            <a:avLst/>
          </a:prstGeom>
        </p:spPr>
      </p:pic>
      <p:sp>
        <p:nvSpPr>
          <p:cNvPr id="4" name="Google Shape;562;p33">
            <a:extLst>
              <a:ext uri="{FF2B5EF4-FFF2-40B4-BE49-F238E27FC236}">
                <a16:creationId xmlns:a16="http://schemas.microsoft.com/office/drawing/2014/main" id="{539FB2BE-7635-A98E-6F16-14497C6726AB}"/>
              </a:ext>
            </a:extLst>
          </p:cNvPr>
          <p:cNvSpPr txBox="1">
            <a:spLocks/>
          </p:cNvSpPr>
          <p:nvPr/>
        </p:nvSpPr>
        <p:spPr>
          <a:xfrm>
            <a:off x="640192" y="1098124"/>
            <a:ext cx="1153159" cy="430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Таблица 1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Google Shape;562;p33">
            <a:extLst>
              <a:ext uri="{FF2B5EF4-FFF2-40B4-BE49-F238E27FC236}">
                <a16:creationId xmlns:a16="http://schemas.microsoft.com/office/drawing/2014/main" id="{408D089B-C8F8-61D5-2580-364B6B000C3C}"/>
              </a:ext>
            </a:extLst>
          </p:cNvPr>
          <p:cNvSpPr txBox="1">
            <a:spLocks/>
          </p:cNvSpPr>
          <p:nvPr/>
        </p:nvSpPr>
        <p:spPr>
          <a:xfrm>
            <a:off x="5837951" y="1183503"/>
            <a:ext cx="1432157" cy="430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Таблица 3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Google Shape;562;p33">
            <a:extLst>
              <a:ext uri="{FF2B5EF4-FFF2-40B4-BE49-F238E27FC236}">
                <a16:creationId xmlns:a16="http://schemas.microsoft.com/office/drawing/2014/main" id="{D1A97844-72A7-C5A0-891B-5189B59E0D04}"/>
              </a:ext>
            </a:extLst>
          </p:cNvPr>
          <p:cNvSpPr txBox="1">
            <a:spLocks/>
          </p:cNvSpPr>
          <p:nvPr/>
        </p:nvSpPr>
        <p:spPr>
          <a:xfrm>
            <a:off x="3395205" y="1168032"/>
            <a:ext cx="1346402" cy="430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Таблица 2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Google Shape;562;p33">
            <a:extLst>
              <a:ext uri="{FF2B5EF4-FFF2-40B4-BE49-F238E27FC236}">
                <a16:creationId xmlns:a16="http://schemas.microsoft.com/office/drawing/2014/main" id="{DBF211FD-D4A0-948D-8BA1-A123D3CD1FC6}"/>
              </a:ext>
            </a:extLst>
          </p:cNvPr>
          <p:cNvSpPr txBox="1">
            <a:spLocks/>
          </p:cNvSpPr>
          <p:nvPr/>
        </p:nvSpPr>
        <p:spPr>
          <a:xfrm>
            <a:off x="1952560" y="2858853"/>
            <a:ext cx="1363224" cy="430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Таблица 4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576013F-F1DD-60F9-346C-DCED8F7DAFC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05616" y="3243427"/>
            <a:ext cx="2215270" cy="1351454"/>
          </a:xfrm>
          <a:prstGeom prst="rect">
            <a:avLst/>
          </a:prstGeom>
        </p:spPr>
      </p:pic>
      <p:sp>
        <p:nvSpPr>
          <p:cNvPr id="14" name="Google Shape;562;p33">
            <a:extLst>
              <a:ext uri="{FF2B5EF4-FFF2-40B4-BE49-F238E27FC236}">
                <a16:creationId xmlns:a16="http://schemas.microsoft.com/office/drawing/2014/main" id="{B692C539-8D95-8D39-EF20-3491EF82FC8B}"/>
              </a:ext>
            </a:extLst>
          </p:cNvPr>
          <p:cNvSpPr txBox="1">
            <a:spLocks/>
          </p:cNvSpPr>
          <p:nvPr/>
        </p:nvSpPr>
        <p:spPr>
          <a:xfrm>
            <a:off x="4605616" y="2858853"/>
            <a:ext cx="1363224" cy="430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Таблица 5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ДОМАШНЕЕ ЗАДАНИЕ</a:t>
            </a:r>
          </a:p>
        </p:txBody>
      </p:sp>
      <p:sp>
        <p:nvSpPr>
          <p:cNvPr id="737" name="Google Shape;737;p37">
            <a:hlinkClick r:id="rId3" action="ppaction://hlinksldjump"/>
          </p:cNvPr>
          <p:cNvSpPr/>
          <p:nvPr/>
        </p:nvSpPr>
        <p:spPr>
          <a:xfrm>
            <a:off x="203101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8" name="Google Shape;738;p37">
            <a:hlinkClick r:id="rId4" action="ppaction://hlinksldjump"/>
          </p:cNvPr>
          <p:cNvSpPr/>
          <p:nvPr/>
        </p:nvSpPr>
        <p:spPr>
          <a:xfrm>
            <a:off x="232310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9" name="Google Shape;739;p37">
            <a:hlinkClick r:id="rId5" action="ppaction://hlinksldjump"/>
          </p:cNvPr>
          <p:cNvSpPr/>
          <p:nvPr/>
        </p:nvSpPr>
        <p:spPr>
          <a:xfrm>
            <a:off x="2615200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0" name="Google Shape;740;p37">
            <a:hlinkClick r:id="rId6" action="ppaction://hlinksldjump"/>
          </p:cNvPr>
          <p:cNvSpPr/>
          <p:nvPr/>
        </p:nvSpPr>
        <p:spPr>
          <a:xfrm>
            <a:off x="2907292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1" name="Google Shape;741;p37">
            <a:hlinkClick r:id="rId7" action="ppaction://hlinksldjump"/>
          </p:cNvPr>
          <p:cNvSpPr/>
          <p:nvPr/>
        </p:nvSpPr>
        <p:spPr>
          <a:xfrm>
            <a:off x="3199384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2" name="Google Shape;742;p37">
            <a:hlinkClick r:id="rId8" action="ppaction://hlinksldjump"/>
          </p:cNvPr>
          <p:cNvSpPr/>
          <p:nvPr/>
        </p:nvSpPr>
        <p:spPr>
          <a:xfrm>
            <a:off x="3491476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3" name="Google Shape;743;p37">
            <a:hlinkClick r:id="rId9" action="ppaction://hlinksldjump"/>
          </p:cNvPr>
          <p:cNvSpPr/>
          <p:nvPr/>
        </p:nvSpPr>
        <p:spPr>
          <a:xfrm>
            <a:off x="3783567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4" name="Google Shape;744;p37">
            <a:hlinkClick r:id="rId10" action="ppaction://hlinksldjump"/>
          </p:cNvPr>
          <p:cNvSpPr/>
          <p:nvPr/>
        </p:nvSpPr>
        <p:spPr>
          <a:xfrm>
            <a:off x="407565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5" name="Google Shape;745;p37">
            <a:hlinkClick r:id="rId11" action="ppaction://hlinksldjump"/>
          </p:cNvPr>
          <p:cNvSpPr/>
          <p:nvPr/>
        </p:nvSpPr>
        <p:spPr>
          <a:xfrm>
            <a:off x="4367751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6" name="Google Shape;746;p37">
            <a:hlinkClick r:id="rId12" action="ppaction://hlinksldjump"/>
          </p:cNvPr>
          <p:cNvSpPr/>
          <p:nvPr/>
        </p:nvSpPr>
        <p:spPr>
          <a:xfrm>
            <a:off x="4659843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7" name="Google Shape;747;p37">
            <a:hlinkClick r:id="rId13" action="ppaction://hlinksldjump"/>
          </p:cNvPr>
          <p:cNvSpPr/>
          <p:nvPr/>
        </p:nvSpPr>
        <p:spPr>
          <a:xfrm>
            <a:off x="4951934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8" name="Google Shape;748;p37">
            <a:hlinkClick r:id="rId14" action="ppaction://hlinksldjump"/>
          </p:cNvPr>
          <p:cNvSpPr/>
          <p:nvPr/>
        </p:nvSpPr>
        <p:spPr>
          <a:xfrm>
            <a:off x="5244026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9" name="Google Shape;749;p37">
            <a:hlinkClick r:id="rId15" action="ppaction://hlinksldjump"/>
          </p:cNvPr>
          <p:cNvSpPr/>
          <p:nvPr/>
        </p:nvSpPr>
        <p:spPr>
          <a:xfrm>
            <a:off x="6996583" y="4718600"/>
            <a:ext cx="116400" cy="116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0" name="Google Shape;750;p37">
            <a:hlinkClick r:id="rId16" action="ppaction://hlinksldjump"/>
          </p:cNvPr>
          <p:cNvSpPr/>
          <p:nvPr/>
        </p:nvSpPr>
        <p:spPr>
          <a:xfrm>
            <a:off x="5828210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1" name="Google Shape;751;p37">
            <a:hlinkClick r:id="rId14" action="ppaction://hlinksldjump"/>
          </p:cNvPr>
          <p:cNvSpPr/>
          <p:nvPr/>
        </p:nvSpPr>
        <p:spPr>
          <a:xfrm>
            <a:off x="6120302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2" name="Google Shape;752;p37">
            <a:hlinkClick r:id="rId15" action="ppaction://hlinksldjump"/>
          </p:cNvPr>
          <p:cNvSpPr/>
          <p:nvPr/>
        </p:nvSpPr>
        <p:spPr>
          <a:xfrm>
            <a:off x="6412393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3" name="Google Shape;753;p37">
            <a:hlinkClick r:id="rId17" action="ppaction://hlinksldjump"/>
          </p:cNvPr>
          <p:cNvSpPr/>
          <p:nvPr/>
        </p:nvSpPr>
        <p:spPr>
          <a:xfrm>
            <a:off x="6704485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4" name="Google Shape;754;p37">
            <a:hlinkClick r:id="" action="ppaction://noaction"/>
          </p:cNvPr>
          <p:cNvSpPr/>
          <p:nvPr/>
        </p:nvSpPr>
        <p:spPr>
          <a:xfrm>
            <a:off x="5537823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5" name="Google Shape;755;p37">
            <a:hlinkClick r:id="" action="ppaction://noaction"/>
          </p:cNvPr>
          <p:cNvSpPr/>
          <p:nvPr/>
        </p:nvSpPr>
        <p:spPr>
          <a:xfrm>
            <a:off x="7288669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6" name="Google Shape;756;p37">
            <a:hlinkClick r:id="rId18" action="ppaction://hlinksldjump"/>
          </p:cNvPr>
          <p:cNvSpPr/>
          <p:nvPr/>
        </p:nvSpPr>
        <p:spPr>
          <a:xfrm>
            <a:off x="1738925" y="4718600"/>
            <a:ext cx="116400" cy="1164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85332-3C57-AF4F-561A-A4B000B493DF}"/>
              </a:ext>
            </a:extLst>
          </p:cNvPr>
          <p:cNvSpPr txBox="1"/>
          <p:nvPr/>
        </p:nvSpPr>
        <p:spPr>
          <a:xfrm>
            <a:off x="737692" y="1349833"/>
            <a:ext cx="4572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1200"/>
              </a:spcAft>
              <a:tabLst>
                <a:tab pos="900430" algn="l"/>
              </a:tabLst>
            </a:pPr>
            <a:r>
              <a:rPr lang="ru-RU" sz="1600" dirty="0">
                <a:solidFill>
                  <a:schemeClr val="accent4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Calibri" panose="020F0502020204030204" pitchFamily="34" charset="0"/>
              </a:rPr>
              <a:t>Лабораторная работа №4</a:t>
            </a:r>
          </a:p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900430" algn="l"/>
              </a:tabLst>
            </a:pPr>
            <a:r>
              <a:rPr lang="ru-RU" sz="1600" dirty="0">
                <a:solidFill>
                  <a:schemeClr val="accent4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Calibri" panose="020F0502020204030204" pitchFamily="34" charset="0"/>
              </a:rPr>
              <a:t>Выбор и подготовка статьи. </a:t>
            </a:r>
          </a:p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900430" algn="l"/>
              </a:tabLst>
            </a:pPr>
            <a:r>
              <a:rPr lang="ru-RU" sz="1600" dirty="0">
                <a:solidFill>
                  <a:schemeClr val="accent4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Calibri" panose="020F0502020204030204" pitchFamily="34" charset="0"/>
              </a:rPr>
              <a:t>Рекомендация. Выбор моделей. </a:t>
            </a:r>
          </a:p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900430" algn="l"/>
              </a:tabLst>
            </a:pPr>
            <a:r>
              <a:rPr lang="ru-RU" sz="1600" dirty="0">
                <a:solidFill>
                  <a:schemeClr val="accent4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Calibri" panose="020F0502020204030204" pitchFamily="34" charset="0"/>
              </a:rPr>
              <a:t>Эксперимент. </a:t>
            </a:r>
          </a:p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900430" algn="l"/>
              </a:tabLst>
            </a:pPr>
            <a:r>
              <a:rPr lang="ru-RU" sz="1600" dirty="0">
                <a:solidFill>
                  <a:schemeClr val="accent4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Calibri" panose="020F0502020204030204" pitchFamily="34" charset="0"/>
              </a:rPr>
              <a:t>Анализ </a:t>
            </a:r>
          </a:p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900430" algn="l"/>
              </a:tabLst>
            </a:pPr>
            <a:r>
              <a:rPr lang="ru-RU" sz="1600" dirty="0">
                <a:solidFill>
                  <a:schemeClr val="accent4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Calibri" panose="020F0502020204030204" pitchFamily="34" charset="0"/>
              </a:rPr>
              <a:t>Оптимизация. </a:t>
            </a:r>
          </a:p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900430" algn="l"/>
              </a:tabLst>
            </a:pPr>
            <a:r>
              <a:rPr lang="ru-RU" sz="1600" dirty="0">
                <a:solidFill>
                  <a:schemeClr val="accent4">
                    <a:lumMod val="50000"/>
                  </a:schemeClr>
                </a:solidFill>
                <a:effectLst/>
                <a:latin typeface="Montserrat Medium" panose="00000600000000000000" pitchFamily="2" charset="-52"/>
                <a:ea typeface="Calibri" panose="020F0502020204030204" pitchFamily="34" charset="0"/>
              </a:rPr>
              <a:t>Финальная проверка.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96A01188-785A-873D-4C5E-AB2C5AF7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4">
            <a:extLst>
              <a:ext uri="{FF2B5EF4-FFF2-40B4-BE49-F238E27FC236}">
                <a16:creationId xmlns:a16="http://schemas.microsoft.com/office/drawing/2014/main" id="{323B21A8-0031-629D-AA88-B8E59CA7AE4D}"/>
              </a:ext>
            </a:extLst>
          </p:cNvPr>
          <p:cNvGrpSpPr/>
          <p:nvPr/>
        </p:nvGrpSpPr>
        <p:grpSpPr>
          <a:xfrm>
            <a:off x="1738925" y="4711729"/>
            <a:ext cx="5666144" cy="116400"/>
            <a:chOff x="1738925" y="4718600"/>
            <a:chExt cx="5666144" cy="116400"/>
          </a:xfrm>
        </p:grpSpPr>
        <p:sp>
          <p:nvSpPr>
            <p:cNvPr id="214" name="Google Shape;214;p24">
              <a:hlinkClick r:id="rId3" action="ppaction://hlinksldjump"/>
              <a:extLst>
                <a:ext uri="{FF2B5EF4-FFF2-40B4-BE49-F238E27FC236}">
                  <a16:creationId xmlns:a16="http://schemas.microsoft.com/office/drawing/2014/main" id="{3652A5D6-C319-33E8-4860-4E1173C7021D}"/>
                </a:ext>
              </a:extLst>
            </p:cNvPr>
            <p:cNvSpPr/>
            <p:nvPr/>
          </p:nvSpPr>
          <p:spPr>
            <a:xfrm>
              <a:off x="1738925" y="4718600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5" name="Google Shape;215;p24">
              <a:hlinkClick r:id="rId4" action="ppaction://hlinksldjump"/>
              <a:extLst>
                <a:ext uri="{FF2B5EF4-FFF2-40B4-BE49-F238E27FC236}">
                  <a16:creationId xmlns:a16="http://schemas.microsoft.com/office/drawing/2014/main" id="{D5769C85-3574-7C90-3862-9BFEAF887EB8}"/>
                </a:ext>
              </a:extLst>
            </p:cNvPr>
            <p:cNvSpPr/>
            <p:nvPr/>
          </p:nvSpPr>
          <p:spPr>
            <a:xfrm>
              <a:off x="203101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6" name="Google Shape;216;p24">
              <a:hlinkClick r:id="rId5" action="ppaction://hlinksldjump"/>
              <a:extLst>
                <a:ext uri="{FF2B5EF4-FFF2-40B4-BE49-F238E27FC236}">
                  <a16:creationId xmlns:a16="http://schemas.microsoft.com/office/drawing/2014/main" id="{65FB83DB-B6A1-D93E-EE5E-5D20E35443D0}"/>
                </a:ext>
              </a:extLst>
            </p:cNvPr>
            <p:cNvSpPr/>
            <p:nvPr/>
          </p:nvSpPr>
          <p:spPr>
            <a:xfrm>
              <a:off x="232310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p24">
              <a:hlinkClick r:id="rId6" action="ppaction://hlinksldjump"/>
              <a:extLst>
                <a:ext uri="{FF2B5EF4-FFF2-40B4-BE49-F238E27FC236}">
                  <a16:creationId xmlns:a16="http://schemas.microsoft.com/office/drawing/2014/main" id="{0713741D-32CF-6B54-8032-1CD38090D947}"/>
                </a:ext>
              </a:extLst>
            </p:cNvPr>
            <p:cNvSpPr/>
            <p:nvPr/>
          </p:nvSpPr>
          <p:spPr>
            <a:xfrm>
              <a:off x="261520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8" name="Google Shape;218;p24">
              <a:hlinkClick r:id="rId7" action="ppaction://hlinksldjump"/>
              <a:extLst>
                <a:ext uri="{FF2B5EF4-FFF2-40B4-BE49-F238E27FC236}">
                  <a16:creationId xmlns:a16="http://schemas.microsoft.com/office/drawing/2014/main" id="{D675DC8E-CA44-11FA-E0EC-96F11E05365E}"/>
                </a:ext>
              </a:extLst>
            </p:cNvPr>
            <p:cNvSpPr/>
            <p:nvPr/>
          </p:nvSpPr>
          <p:spPr>
            <a:xfrm>
              <a:off x="290729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9" name="Google Shape;219;p24">
              <a:hlinkClick r:id="rId8" action="ppaction://hlinksldjump"/>
              <a:extLst>
                <a:ext uri="{FF2B5EF4-FFF2-40B4-BE49-F238E27FC236}">
                  <a16:creationId xmlns:a16="http://schemas.microsoft.com/office/drawing/2014/main" id="{562C67DC-985E-CD70-E2F8-FA111BC09E5E}"/>
                </a:ext>
              </a:extLst>
            </p:cNvPr>
            <p:cNvSpPr/>
            <p:nvPr/>
          </p:nvSpPr>
          <p:spPr>
            <a:xfrm>
              <a:off x="319938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0" name="Google Shape;220;p24">
              <a:hlinkClick r:id="rId9" action="ppaction://hlinksldjump"/>
              <a:extLst>
                <a:ext uri="{FF2B5EF4-FFF2-40B4-BE49-F238E27FC236}">
                  <a16:creationId xmlns:a16="http://schemas.microsoft.com/office/drawing/2014/main" id="{02FBD0CE-A121-223A-9AAB-D438E1BEFC64}"/>
                </a:ext>
              </a:extLst>
            </p:cNvPr>
            <p:cNvSpPr/>
            <p:nvPr/>
          </p:nvSpPr>
          <p:spPr>
            <a:xfrm>
              <a:off x="349147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1" name="Google Shape;221;p24">
              <a:hlinkClick r:id="rId10" action="ppaction://hlinksldjump"/>
              <a:extLst>
                <a:ext uri="{FF2B5EF4-FFF2-40B4-BE49-F238E27FC236}">
                  <a16:creationId xmlns:a16="http://schemas.microsoft.com/office/drawing/2014/main" id="{5DE33C66-4819-96EB-7EC3-B48EBA402E73}"/>
                </a:ext>
              </a:extLst>
            </p:cNvPr>
            <p:cNvSpPr/>
            <p:nvPr/>
          </p:nvSpPr>
          <p:spPr>
            <a:xfrm>
              <a:off x="378356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2" name="Google Shape;222;p24">
              <a:hlinkClick r:id="rId11" action="ppaction://hlinksldjump"/>
              <a:extLst>
                <a:ext uri="{FF2B5EF4-FFF2-40B4-BE49-F238E27FC236}">
                  <a16:creationId xmlns:a16="http://schemas.microsoft.com/office/drawing/2014/main" id="{49CAA43C-6E88-58F5-8B69-37D9F3657651}"/>
                </a:ext>
              </a:extLst>
            </p:cNvPr>
            <p:cNvSpPr/>
            <p:nvPr/>
          </p:nvSpPr>
          <p:spPr>
            <a:xfrm>
              <a:off x="407565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3" name="Google Shape;223;p24">
              <a:hlinkClick r:id="rId12" action="ppaction://hlinksldjump"/>
              <a:extLst>
                <a:ext uri="{FF2B5EF4-FFF2-40B4-BE49-F238E27FC236}">
                  <a16:creationId xmlns:a16="http://schemas.microsoft.com/office/drawing/2014/main" id="{7C33D880-2AA0-1B4C-0A78-9FB639759F7B}"/>
                </a:ext>
              </a:extLst>
            </p:cNvPr>
            <p:cNvSpPr/>
            <p:nvPr/>
          </p:nvSpPr>
          <p:spPr>
            <a:xfrm>
              <a:off x="4367751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4" name="Google Shape;224;p24">
              <a:hlinkClick r:id="rId13" action="ppaction://hlinksldjump"/>
              <a:extLst>
                <a:ext uri="{FF2B5EF4-FFF2-40B4-BE49-F238E27FC236}">
                  <a16:creationId xmlns:a16="http://schemas.microsoft.com/office/drawing/2014/main" id="{11105B0E-E257-4E9A-F650-34FD6218E7C1}"/>
                </a:ext>
              </a:extLst>
            </p:cNvPr>
            <p:cNvSpPr/>
            <p:nvPr/>
          </p:nvSpPr>
          <p:spPr>
            <a:xfrm>
              <a:off x="465984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5" name="Google Shape;225;p24">
              <a:hlinkClick r:id="rId14" action="ppaction://hlinksldjump"/>
              <a:extLst>
                <a:ext uri="{FF2B5EF4-FFF2-40B4-BE49-F238E27FC236}">
                  <a16:creationId xmlns:a16="http://schemas.microsoft.com/office/drawing/2014/main" id="{9EF61B18-A92F-D3F0-EEB6-F2FD3D06102D}"/>
                </a:ext>
              </a:extLst>
            </p:cNvPr>
            <p:cNvSpPr/>
            <p:nvPr/>
          </p:nvSpPr>
          <p:spPr>
            <a:xfrm>
              <a:off x="4951934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6" name="Google Shape;226;p24">
              <a:hlinkClick r:id="rId15" action="ppaction://hlinksldjump"/>
              <a:extLst>
                <a:ext uri="{FF2B5EF4-FFF2-40B4-BE49-F238E27FC236}">
                  <a16:creationId xmlns:a16="http://schemas.microsoft.com/office/drawing/2014/main" id="{426E4FF1-CA61-D9A8-B958-EACDC75E7459}"/>
                </a:ext>
              </a:extLst>
            </p:cNvPr>
            <p:cNvSpPr/>
            <p:nvPr/>
          </p:nvSpPr>
          <p:spPr>
            <a:xfrm>
              <a:off x="5244026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7" name="Google Shape;227;p24">
              <a:hlinkClick r:id="rId16" action="ppaction://hlinksldjump"/>
              <a:extLst>
                <a:ext uri="{FF2B5EF4-FFF2-40B4-BE49-F238E27FC236}">
                  <a16:creationId xmlns:a16="http://schemas.microsoft.com/office/drawing/2014/main" id="{C81DE1C8-2EC5-83AC-7B98-7A2A3D9193A7}"/>
                </a:ext>
              </a:extLst>
            </p:cNvPr>
            <p:cNvSpPr/>
            <p:nvPr/>
          </p:nvSpPr>
          <p:spPr>
            <a:xfrm>
              <a:off x="5536118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8" name="Google Shape;228;p24">
              <a:hlinkClick r:id="rId17" action="ppaction://hlinksldjump"/>
              <a:extLst>
                <a:ext uri="{FF2B5EF4-FFF2-40B4-BE49-F238E27FC236}">
                  <a16:creationId xmlns:a16="http://schemas.microsoft.com/office/drawing/2014/main" id="{CFA01B2C-DD62-F0D9-BC8B-1801CC8BFC7C}"/>
                </a:ext>
              </a:extLst>
            </p:cNvPr>
            <p:cNvSpPr/>
            <p:nvPr/>
          </p:nvSpPr>
          <p:spPr>
            <a:xfrm>
              <a:off x="5828210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24">
              <a:hlinkClick r:id="rId15" action="ppaction://hlinksldjump"/>
              <a:extLst>
                <a:ext uri="{FF2B5EF4-FFF2-40B4-BE49-F238E27FC236}">
                  <a16:creationId xmlns:a16="http://schemas.microsoft.com/office/drawing/2014/main" id="{8AE98963-E3F4-F2B9-CEC4-050B02119518}"/>
                </a:ext>
              </a:extLst>
            </p:cNvPr>
            <p:cNvSpPr/>
            <p:nvPr/>
          </p:nvSpPr>
          <p:spPr>
            <a:xfrm>
              <a:off x="6120302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24">
              <a:hlinkClick r:id="rId16" action="ppaction://hlinksldjump"/>
              <a:extLst>
                <a:ext uri="{FF2B5EF4-FFF2-40B4-BE49-F238E27FC236}">
                  <a16:creationId xmlns:a16="http://schemas.microsoft.com/office/drawing/2014/main" id="{3078F6EC-16F7-F202-29AD-58472B0EBA38}"/>
                </a:ext>
              </a:extLst>
            </p:cNvPr>
            <p:cNvSpPr/>
            <p:nvPr/>
          </p:nvSpPr>
          <p:spPr>
            <a:xfrm>
              <a:off x="6412393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24">
              <a:hlinkClick r:id="rId18" action="ppaction://hlinksldjump"/>
              <a:extLst>
                <a:ext uri="{FF2B5EF4-FFF2-40B4-BE49-F238E27FC236}">
                  <a16:creationId xmlns:a16="http://schemas.microsoft.com/office/drawing/2014/main" id="{FD0F34EE-7404-1BB5-75DA-F2749DE7698E}"/>
                </a:ext>
              </a:extLst>
            </p:cNvPr>
            <p:cNvSpPr/>
            <p:nvPr/>
          </p:nvSpPr>
          <p:spPr>
            <a:xfrm>
              <a:off x="6704485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2" name="Google Shape;232;p24">
              <a:hlinkClick r:id="" action="ppaction://noaction"/>
              <a:extLst>
                <a:ext uri="{FF2B5EF4-FFF2-40B4-BE49-F238E27FC236}">
                  <a16:creationId xmlns:a16="http://schemas.microsoft.com/office/drawing/2014/main" id="{0D0E0FB4-C31C-D976-A1D9-C9E27F9262E3}"/>
                </a:ext>
              </a:extLst>
            </p:cNvPr>
            <p:cNvSpPr/>
            <p:nvPr/>
          </p:nvSpPr>
          <p:spPr>
            <a:xfrm>
              <a:off x="6996577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24">
              <a:hlinkClick r:id="" action="ppaction://noaction"/>
              <a:extLst>
                <a:ext uri="{FF2B5EF4-FFF2-40B4-BE49-F238E27FC236}">
                  <a16:creationId xmlns:a16="http://schemas.microsoft.com/office/drawing/2014/main" id="{2DFA8613-53DC-A1F1-C518-869FF3473358}"/>
                </a:ext>
              </a:extLst>
            </p:cNvPr>
            <p:cNvSpPr/>
            <p:nvPr/>
          </p:nvSpPr>
          <p:spPr>
            <a:xfrm>
              <a:off x="7288669" y="4718600"/>
              <a:ext cx="116400" cy="1164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4" name="Google Shape;234;p24">
            <a:extLst>
              <a:ext uri="{FF2B5EF4-FFF2-40B4-BE49-F238E27FC236}">
                <a16:creationId xmlns:a16="http://schemas.microsoft.com/office/drawing/2014/main" id="{6E4E4596-7485-ED9F-AD3C-6CE51B17E68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38925" y="834094"/>
            <a:ext cx="5666100" cy="17376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accent4">
                    <a:lumMod val="75000"/>
                  </a:schemeClr>
                </a:solidFill>
                <a:latin typeface="Montserrat ExtraBold" panose="00000900000000000000" pitchFamily="2" charset="-52"/>
              </a:rPr>
              <a:t>Автоматический анализ научного текста на соответствие структуре</a:t>
            </a:r>
            <a:endParaRPr sz="2800" dirty="0">
              <a:solidFill>
                <a:schemeClr val="accent4">
                  <a:lumMod val="75000"/>
                </a:schemeClr>
              </a:solidFill>
              <a:latin typeface="Montserrat ExtraBold" panose="00000900000000000000" pitchFamily="2" charset="-52"/>
            </a:endParaRPr>
          </a:p>
        </p:txBody>
      </p:sp>
      <p:sp>
        <p:nvSpPr>
          <p:cNvPr id="235" name="Google Shape;235;p24">
            <a:extLst>
              <a:ext uri="{FF2B5EF4-FFF2-40B4-BE49-F238E27FC236}">
                <a16:creationId xmlns:a16="http://schemas.microsoft.com/office/drawing/2014/main" id="{E363E346-6011-7F0B-962A-4298EF2CA5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13269" y="2831112"/>
            <a:ext cx="5666100" cy="173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Montserrat Medium" panose="00000600000000000000" pitchFamily="2" charset="-52"/>
              </a:rPr>
              <a:t>Буталова Юлия </a:t>
            </a:r>
            <a:r>
              <a:rPr lang="en-GB" dirty="0">
                <a:latin typeface="Montserrat Medium" panose="00000600000000000000" pitchFamily="2" charset="-52"/>
              </a:rPr>
              <a:t> </a:t>
            </a:r>
          </a:p>
          <a:p>
            <a:pPr marL="0" lvl="0" indent="0"/>
            <a:r>
              <a:rPr lang="ru-RU" dirty="0">
                <a:latin typeface="Montserrat Medium" panose="00000600000000000000" pitchFamily="2" charset="-52"/>
              </a:rPr>
              <a:t>Смирнов Александр </a:t>
            </a:r>
            <a:endParaRPr lang="en-GB" dirty="0">
              <a:latin typeface="Montserrat Medium" panose="00000600000000000000" pitchFamily="2" charset="-52"/>
            </a:endParaRPr>
          </a:p>
          <a:p>
            <a:pPr marL="0" lvl="0" indent="0"/>
            <a:r>
              <a:rPr lang="ru-RU" dirty="0">
                <a:latin typeface="Montserrat Medium" panose="00000600000000000000" pitchFamily="2" charset="-52"/>
              </a:rPr>
              <a:t>Цыганков Тимофей</a:t>
            </a:r>
            <a:endParaRPr lang="en-GB" dirty="0">
              <a:latin typeface="Montserrat Medium" panose="00000600000000000000" pitchFamily="2" charset="-52"/>
            </a:endParaRPr>
          </a:p>
          <a:p>
            <a:pPr marL="0" lvl="0" indent="0"/>
            <a:endParaRPr lang="en-GB" dirty="0">
              <a:latin typeface="Montserrat Medium" panose="00000600000000000000" pitchFamily="2" charset="-52"/>
            </a:endParaRPr>
          </a:p>
          <a:p>
            <a:pPr marL="0" lvl="0" indent="0"/>
            <a:endParaRPr lang="en-GB" dirty="0">
              <a:latin typeface="Montserrat Medium" panose="00000600000000000000" pitchFamily="2" charset="-52"/>
            </a:endParaRPr>
          </a:p>
          <a:p>
            <a:pPr marL="0" lvl="0" indent="0"/>
            <a:r>
              <a:rPr lang="en-GB" dirty="0">
                <a:latin typeface="Montserrat Medium" panose="00000600000000000000" pitchFamily="2" charset="-52"/>
              </a:rPr>
              <a:t>1 </a:t>
            </a:r>
            <a:r>
              <a:rPr lang="ru-RU" dirty="0">
                <a:latin typeface="Montserrat Medium" panose="00000600000000000000" pitchFamily="2" charset="-52"/>
              </a:rPr>
              <a:t>декабря 2025 года</a:t>
            </a:r>
            <a:endParaRPr dirty="0">
              <a:latin typeface="Montserrat Medium" panose="000006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94769163"/>
      </p:ext>
    </p:extLst>
  </p:cSld>
  <p:clrMapOvr>
    <a:masterClrMapping/>
  </p:clrMapOvr>
</p:sld>
</file>

<file path=ppt/theme/theme1.xml><?xml version="1.0" encoding="utf-8"?>
<a:theme xmlns:a="http://schemas.openxmlformats.org/drawingml/2006/main" name="Quoting App Pitch Deck by Slidesgo">
  <a:themeElements>
    <a:clrScheme name="Simple Light">
      <a:dk1>
        <a:srgbClr val="24282A"/>
      </a:dk1>
      <a:lt1>
        <a:srgbClr val="F1E7D6"/>
      </a:lt1>
      <a:dk2>
        <a:srgbClr val="FCF6E7"/>
      </a:dk2>
      <a:lt2>
        <a:srgbClr val="EEBB90"/>
      </a:lt2>
      <a:accent1>
        <a:srgbClr val="E6907D"/>
      </a:accent1>
      <a:accent2>
        <a:srgbClr val="DD4F3D"/>
      </a:accent2>
      <a:accent3>
        <a:srgbClr val="BBC8BA"/>
      </a:accent3>
      <a:accent4>
        <a:srgbClr val="538786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372</Words>
  <Application>Microsoft Office PowerPoint</Application>
  <PresentationFormat>Экран (16:9)</PresentationFormat>
  <Paragraphs>128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9" baseType="lpstr">
      <vt:lpstr>Arial</vt:lpstr>
      <vt:lpstr>Barlow Medium</vt:lpstr>
      <vt:lpstr>Open Sans</vt:lpstr>
      <vt:lpstr>Montserrat ExtraBold</vt:lpstr>
      <vt:lpstr>Darker Grotesque</vt:lpstr>
      <vt:lpstr>Montserrat Medium</vt:lpstr>
      <vt:lpstr>Darker Grotesque Black</vt:lpstr>
      <vt:lpstr>Calibri</vt:lpstr>
      <vt:lpstr>PT Sans</vt:lpstr>
      <vt:lpstr>Nunito Light</vt:lpstr>
      <vt:lpstr>Quoting App Pitch Deck by Slidesgo</vt:lpstr>
      <vt:lpstr>Автоматический анализ научного текста на соответствие структуре</vt:lpstr>
      <vt:lpstr>СОДЕРЖАНИЕ</vt:lpstr>
      <vt:lpstr>АКТУАЛЬНОСТЬ</vt:lpstr>
      <vt:lpstr>ТЕОРЕТИЧЕСКАЯ ОСНОВА</vt:lpstr>
      <vt:lpstr>ЦЕЛЬ И ЗАДАЧИ </vt:lpstr>
      <vt:lpstr>ПОДБОР СТАТЕЙ И ПОДГОТОВКА ДАННЫХ</vt:lpstr>
      <vt:lpstr>ОЧИСТКА СТАТЕЙ</vt:lpstr>
      <vt:lpstr>РАЗРАБОТКА СИСТЕМЫ ПРОМПТОВ</vt:lpstr>
      <vt:lpstr>DeepSeek-V3.2</vt:lpstr>
      <vt:lpstr>МЕТОДОЛОГИЯ ЭКСПЕРИМЕНТА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  <vt:lpstr>ИНТЕРАКТИВ</vt:lpstr>
      <vt:lpstr>ДОМАШНЕЕ ЗАДАНИЕ</vt:lpstr>
      <vt:lpstr>Автоматический анализ научного текста на соответствие структуре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Юлия Буталова</dc:creator>
  <cp:lastModifiedBy>Юлия Буталова</cp:lastModifiedBy>
  <cp:revision>1</cp:revision>
  <dcterms:modified xsi:type="dcterms:W3CDTF">2025-12-04T19:45:41Z</dcterms:modified>
</cp:coreProperties>
</file>